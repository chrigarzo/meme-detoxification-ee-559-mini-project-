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0275213" cy="4280376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9320732-2E9B-4E56-8C34-DE30B48FAC38}">
  <a:tblStyle styleId="{99320732-2E9B-4E56-8C34-DE30B48FAC3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572" y="-24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6627" y="685800"/>
            <a:ext cx="2425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4f9f79a94_0_725: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4f9f79a94_0_7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32074" y="6196323"/>
            <a:ext cx="28212000" cy="170817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25900"/>
              <a:buNone/>
              <a:defRPr sz="25900"/>
            </a:lvl1pPr>
            <a:lvl2pPr lvl="1" algn="ctr">
              <a:spcBef>
                <a:spcPts val="0"/>
              </a:spcBef>
              <a:spcAft>
                <a:spcPts val="0"/>
              </a:spcAft>
              <a:buSzPts val="25900"/>
              <a:buNone/>
              <a:defRPr sz="25900"/>
            </a:lvl2pPr>
            <a:lvl3pPr lvl="2" algn="ctr">
              <a:spcBef>
                <a:spcPts val="0"/>
              </a:spcBef>
              <a:spcAft>
                <a:spcPts val="0"/>
              </a:spcAft>
              <a:buSzPts val="25900"/>
              <a:buNone/>
              <a:defRPr sz="25900"/>
            </a:lvl3pPr>
            <a:lvl4pPr lvl="3" algn="ctr">
              <a:spcBef>
                <a:spcPts val="0"/>
              </a:spcBef>
              <a:spcAft>
                <a:spcPts val="0"/>
              </a:spcAft>
              <a:buSzPts val="25900"/>
              <a:buNone/>
              <a:defRPr sz="25900"/>
            </a:lvl4pPr>
            <a:lvl5pPr lvl="4" algn="ctr">
              <a:spcBef>
                <a:spcPts val="0"/>
              </a:spcBef>
              <a:spcAft>
                <a:spcPts val="0"/>
              </a:spcAft>
              <a:buSzPts val="25900"/>
              <a:buNone/>
              <a:defRPr sz="25900"/>
            </a:lvl5pPr>
            <a:lvl6pPr lvl="5" algn="ctr">
              <a:spcBef>
                <a:spcPts val="0"/>
              </a:spcBef>
              <a:spcAft>
                <a:spcPts val="0"/>
              </a:spcAft>
              <a:buSzPts val="25900"/>
              <a:buNone/>
              <a:defRPr sz="25900"/>
            </a:lvl6pPr>
            <a:lvl7pPr lvl="6" algn="ctr">
              <a:spcBef>
                <a:spcPts val="0"/>
              </a:spcBef>
              <a:spcAft>
                <a:spcPts val="0"/>
              </a:spcAft>
              <a:buSzPts val="25900"/>
              <a:buNone/>
              <a:defRPr sz="25900"/>
            </a:lvl7pPr>
            <a:lvl8pPr lvl="7" algn="ctr">
              <a:spcBef>
                <a:spcPts val="0"/>
              </a:spcBef>
              <a:spcAft>
                <a:spcPts val="0"/>
              </a:spcAft>
              <a:buSzPts val="25900"/>
              <a:buNone/>
              <a:defRPr sz="25900"/>
            </a:lvl8pPr>
            <a:lvl9pPr lvl="8" algn="ctr">
              <a:spcBef>
                <a:spcPts val="0"/>
              </a:spcBef>
              <a:spcAft>
                <a:spcPts val="0"/>
              </a:spcAft>
              <a:buSzPts val="25900"/>
              <a:buNone/>
              <a:defRPr sz="25900"/>
            </a:lvl9pPr>
          </a:lstStyle>
          <a:p>
            <a:endParaRPr/>
          </a:p>
        </p:txBody>
      </p:sp>
      <p:sp>
        <p:nvSpPr>
          <p:cNvPr id="11" name="Google Shape;11;p2"/>
          <p:cNvSpPr txBox="1">
            <a:spLocks noGrp="1"/>
          </p:cNvSpPr>
          <p:nvPr>
            <p:ph type="subTitle" idx="1"/>
          </p:nvPr>
        </p:nvSpPr>
        <p:spPr>
          <a:xfrm>
            <a:off x="1032046" y="23585474"/>
            <a:ext cx="28212000" cy="6596100"/>
          </a:xfrm>
          <a:prstGeom prst="rect">
            <a:avLst/>
          </a:prstGeom>
        </p:spPr>
        <p:txBody>
          <a:bodyPr spcFirstLastPara="1" wrap="square" lIns="455425" tIns="455425" rIns="455425" bIns="455425" anchor="t" anchorCtr="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a:endParaRPr/>
          </a:p>
        </p:txBody>
      </p:sp>
      <p:sp>
        <p:nvSpPr>
          <p:cNvPr id="12" name="Google Shape;12;p2"/>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032046" y="17899287"/>
            <a:ext cx="28212000" cy="7005300"/>
          </a:xfrm>
          <a:prstGeom prst="rect">
            <a:avLst/>
          </a:prstGeom>
        </p:spPr>
        <p:txBody>
          <a:bodyPr spcFirstLastPara="1" wrap="square" lIns="455425" tIns="455425" rIns="455425" bIns="455425" anchor="ctr" anchorCtr="0">
            <a:normAutofit/>
          </a:bodyPr>
          <a:lstStyle>
            <a:lvl1pPr lvl="0" algn="ctr">
              <a:spcBef>
                <a:spcPts val="0"/>
              </a:spcBef>
              <a:spcAft>
                <a:spcPts val="0"/>
              </a:spcAft>
              <a:buSzPts val="17900"/>
              <a:buNone/>
              <a:defRPr sz="17900"/>
            </a:lvl1pPr>
            <a:lvl2pPr lvl="1" algn="ctr">
              <a:spcBef>
                <a:spcPts val="0"/>
              </a:spcBef>
              <a:spcAft>
                <a:spcPts val="0"/>
              </a:spcAft>
              <a:buSzPts val="17900"/>
              <a:buNone/>
              <a:defRPr sz="17900"/>
            </a:lvl2pPr>
            <a:lvl3pPr lvl="2" algn="ctr">
              <a:spcBef>
                <a:spcPts val="0"/>
              </a:spcBef>
              <a:spcAft>
                <a:spcPts val="0"/>
              </a:spcAft>
              <a:buSzPts val="17900"/>
              <a:buNone/>
              <a:defRPr sz="17900"/>
            </a:lvl3pPr>
            <a:lvl4pPr lvl="3" algn="ctr">
              <a:spcBef>
                <a:spcPts val="0"/>
              </a:spcBef>
              <a:spcAft>
                <a:spcPts val="0"/>
              </a:spcAft>
              <a:buSzPts val="17900"/>
              <a:buNone/>
              <a:defRPr sz="17900"/>
            </a:lvl4pPr>
            <a:lvl5pPr lvl="4" algn="ctr">
              <a:spcBef>
                <a:spcPts val="0"/>
              </a:spcBef>
              <a:spcAft>
                <a:spcPts val="0"/>
              </a:spcAft>
              <a:buSzPts val="17900"/>
              <a:buNone/>
              <a:defRPr sz="17900"/>
            </a:lvl5pPr>
            <a:lvl6pPr lvl="5" algn="ctr">
              <a:spcBef>
                <a:spcPts val="0"/>
              </a:spcBef>
              <a:spcAft>
                <a:spcPts val="0"/>
              </a:spcAft>
              <a:buSzPts val="17900"/>
              <a:buNone/>
              <a:defRPr sz="17900"/>
            </a:lvl6pPr>
            <a:lvl7pPr lvl="6" algn="ctr">
              <a:spcBef>
                <a:spcPts val="0"/>
              </a:spcBef>
              <a:spcAft>
                <a:spcPts val="0"/>
              </a:spcAft>
              <a:buSzPts val="17900"/>
              <a:buNone/>
              <a:defRPr sz="17900"/>
            </a:lvl7pPr>
            <a:lvl8pPr lvl="7" algn="ctr">
              <a:spcBef>
                <a:spcPts val="0"/>
              </a:spcBef>
              <a:spcAft>
                <a:spcPts val="0"/>
              </a:spcAft>
              <a:buSzPts val="17900"/>
              <a:buNone/>
              <a:defRPr sz="17900"/>
            </a:lvl8pPr>
            <a:lvl9pPr lvl="8" algn="ctr">
              <a:spcBef>
                <a:spcPts val="0"/>
              </a:spcBef>
              <a:spcAft>
                <a:spcPts val="0"/>
              </a:spcAft>
              <a:buSzPts val="17900"/>
              <a:buNone/>
              <a:defRPr sz="17900"/>
            </a:lvl9pPr>
          </a:lstStyle>
          <a:p>
            <a:endParaRPr/>
          </a:p>
        </p:txBody>
      </p:sp>
      <p:sp>
        <p:nvSpPr>
          <p:cNvPr id="15" name="Google Shape;15;p3"/>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18" name="Google Shape;18;p4"/>
          <p:cNvSpPr txBox="1">
            <a:spLocks noGrp="1"/>
          </p:cNvSpPr>
          <p:nvPr>
            <p:ph type="body" idx="1"/>
          </p:nvPr>
        </p:nvSpPr>
        <p:spPr>
          <a:xfrm>
            <a:off x="1032046" y="9590851"/>
            <a:ext cx="28212000" cy="28431000"/>
          </a:xfrm>
          <a:prstGeom prst="rect">
            <a:avLst/>
          </a:prstGeom>
        </p:spPr>
        <p:txBody>
          <a:bodyPr spcFirstLastPara="1" wrap="square" lIns="455425" tIns="455425" rIns="455425" bIns="455425" anchor="t" anchorCtr="0">
            <a:normAutofit/>
          </a:bodyPr>
          <a:lstStyle>
            <a:lvl1pPr marL="457200" lvl="0" indent="-800100">
              <a:spcBef>
                <a:spcPts val="0"/>
              </a:spcBef>
              <a:spcAft>
                <a:spcPts val="0"/>
              </a:spcAft>
              <a:buSzPts val="9000"/>
              <a:buChar char="●"/>
              <a:defRPr/>
            </a:lvl1pPr>
            <a:lvl2pPr marL="914400" lvl="1" indent="-673100">
              <a:spcBef>
                <a:spcPts val="0"/>
              </a:spcBef>
              <a:spcAft>
                <a:spcPts val="0"/>
              </a:spcAft>
              <a:buSzPts val="7000"/>
              <a:buChar char="○"/>
              <a:defRPr/>
            </a:lvl2pPr>
            <a:lvl3pPr marL="1371600" lvl="2" indent="-673100">
              <a:spcBef>
                <a:spcPts val="0"/>
              </a:spcBef>
              <a:spcAft>
                <a:spcPts val="0"/>
              </a:spcAft>
              <a:buSzPts val="7000"/>
              <a:buChar char="■"/>
              <a:defRPr/>
            </a:lvl3pPr>
            <a:lvl4pPr marL="1828800" lvl="3" indent="-673100">
              <a:spcBef>
                <a:spcPts val="0"/>
              </a:spcBef>
              <a:spcAft>
                <a:spcPts val="0"/>
              </a:spcAft>
              <a:buSzPts val="7000"/>
              <a:buChar char="●"/>
              <a:defRPr/>
            </a:lvl4pPr>
            <a:lvl5pPr marL="2286000" lvl="4" indent="-673100">
              <a:spcBef>
                <a:spcPts val="0"/>
              </a:spcBef>
              <a:spcAft>
                <a:spcPts val="0"/>
              </a:spcAft>
              <a:buSzPts val="7000"/>
              <a:buChar char="○"/>
              <a:defRPr/>
            </a:lvl5pPr>
            <a:lvl6pPr marL="2743200" lvl="5" indent="-673100">
              <a:spcBef>
                <a:spcPts val="0"/>
              </a:spcBef>
              <a:spcAft>
                <a:spcPts val="0"/>
              </a:spcAft>
              <a:buSzPts val="7000"/>
              <a:buChar char="■"/>
              <a:defRPr/>
            </a:lvl6pPr>
            <a:lvl7pPr marL="3200400" lvl="6" indent="-673100">
              <a:spcBef>
                <a:spcPts val="0"/>
              </a:spcBef>
              <a:spcAft>
                <a:spcPts val="0"/>
              </a:spcAft>
              <a:buSzPts val="7000"/>
              <a:buChar char="●"/>
              <a:defRPr/>
            </a:lvl7pPr>
            <a:lvl8pPr marL="3657600" lvl="7" indent="-673100">
              <a:spcBef>
                <a:spcPts val="0"/>
              </a:spcBef>
              <a:spcAft>
                <a:spcPts val="0"/>
              </a:spcAft>
              <a:buSzPts val="7000"/>
              <a:buChar char="○"/>
              <a:defRPr/>
            </a:lvl8pPr>
            <a:lvl9pPr marL="4114800" lvl="8" indent="-673100">
              <a:spcBef>
                <a:spcPts val="0"/>
              </a:spcBef>
              <a:spcAft>
                <a:spcPts val="0"/>
              </a:spcAft>
              <a:buSzPts val="7000"/>
              <a:buChar char="■"/>
              <a:defRPr/>
            </a:lvl9pPr>
          </a:lstStyle>
          <a:p>
            <a:endParaRPr/>
          </a:p>
        </p:txBody>
      </p:sp>
      <p:sp>
        <p:nvSpPr>
          <p:cNvPr id="19" name="Google Shape;19;p4"/>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22" name="Google Shape;22;p5"/>
          <p:cNvSpPr txBox="1">
            <a:spLocks noGrp="1"/>
          </p:cNvSpPr>
          <p:nvPr>
            <p:ph type="body" idx="1"/>
          </p:nvPr>
        </p:nvSpPr>
        <p:spPr>
          <a:xfrm>
            <a:off x="1032046" y="9590851"/>
            <a:ext cx="13243800" cy="28431000"/>
          </a:xfrm>
          <a:prstGeom prst="rect">
            <a:avLst/>
          </a:prstGeom>
        </p:spPr>
        <p:txBody>
          <a:bodyPr spcFirstLastPara="1" wrap="square" lIns="455425" tIns="455425" rIns="455425" bIns="455425" anchor="t" anchorCtr="0">
            <a:normAutofit/>
          </a:bodyPr>
          <a:lstStyle>
            <a:lvl1pPr marL="457200" lvl="0" indent="-673100">
              <a:spcBef>
                <a:spcPts val="0"/>
              </a:spcBef>
              <a:spcAft>
                <a:spcPts val="0"/>
              </a:spcAft>
              <a:buSzPts val="7000"/>
              <a:buChar char="●"/>
              <a:defRPr sz="7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23" name="Google Shape;23;p5"/>
          <p:cNvSpPr txBox="1">
            <a:spLocks noGrp="1"/>
          </p:cNvSpPr>
          <p:nvPr>
            <p:ph type="body" idx="2"/>
          </p:nvPr>
        </p:nvSpPr>
        <p:spPr>
          <a:xfrm>
            <a:off x="16000191" y="9590851"/>
            <a:ext cx="13243800" cy="28431000"/>
          </a:xfrm>
          <a:prstGeom prst="rect">
            <a:avLst/>
          </a:prstGeom>
        </p:spPr>
        <p:txBody>
          <a:bodyPr spcFirstLastPara="1" wrap="square" lIns="455425" tIns="455425" rIns="455425" bIns="455425" anchor="t" anchorCtr="0">
            <a:normAutofit/>
          </a:bodyPr>
          <a:lstStyle>
            <a:lvl1pPr marL="457200" lvl="0" indent="-673100">
              <a:spcBef>
                <a:spcPts val="0"/>
              </a:spcBef>
              <a:spcAft>
                <a:spcPts val="0"/>
              </a:spcAft>
              <a:buSzPts val="7000"/>
              <a:buChar char="●"/>
              <a:defRPr sz="7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24" name="Google Shape;24;p5"/>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032046" y="3703480"/>
            <a:ext cx="28212000" cy="4766100"/>
          </a:xfrm>
          <a:prstGeom prst="rect">
            <a:avLst/>
          </a:prstGeom>
        </p:spPr>
        <p:txBody>
          <a:bodyPr spcFirstLastPara="1" wrap="square" lIns="455425" tIns="455425" rIns="455425" bIns="455425" anchor="t" anchorCtr="0">
            <a:normAutofit/>
          </a:bodyPr>
          <a:lstStyle>
            <a:lvl1pPr lvl="0">
              <a:spcBef>
                <a:spcPts val="0"/>
              </a:spcBef>
              <a:spcAft>
                <a:spcPts val="0"/>
              </a:spcAft>
              <a:buSzPts val="13900"/>
              <a:buNone/>
              <a:defRPr/>
            </a:lvl1pPr>
            <a:lvl2pPr lvl="1">
              <a:spcBef>
                <a:spcPts val="0"/>
              </a:spcBef>
              <a:spcAft>
                <a:spcPts val="0"/>
              </a:spcAft>
              <a:buSzPts val="13900"/>
              <a:buNone/>
              <a:defRPr/>
            </a:lvl2pPr>
            <a:lvl3pPr lvl="2">
              <a:spcBef>
                <a:spcPts val="0"/>
              </a:spcBef>
              <a:spcAft>
                <a:spcPts val="0"/>
              </a:spcAft>
              <a:buSzPts val="13900"/>
              <a:buNone/>
              <a:defRPr/>
            </a:lvl3pPr>
            <a:lvl4pPr lvl="3">
              <a:spcBef>
                <a:spcPts val="0"/>
              </a:spcBef>
              <a:spcAft>
                <a:spcPts val="0"/>
              </a:spcAft>
              <a:buSzPts val="13900"/>
              <a:buNone/>
              <a:defRPr/>
            </a:lvl4pPr>
            <a:lvl5pPr lvl="4">
              <a:spcBef>
                <a:spcPts val="0"/>
              </a:spcBef>
              <a:spcAft>
                <a:spcPts val="0"/>
              </a:spcAft>
              <a:buSzPts val="13900"/>
              <a:buNone/>
              <a:defRPr/>
            </a:lvl5pPr>
            <a:lvl6pPr lvl="5">
              <a:spcBef>
                <a:spcPts val="0"/>
              </a:spcBef>
              <a:spcAft>
                <a:spcPts val="0"/>
              </a:spcAft>
              <a:buSzPts val="13900"/>
              <a:buNone/>
              <a:defRPr/>
            </a:lvl6pPr>
            <a:lvl7pPr lvl="6">
              <a:spcBef>
                <a:spcPts val="0"/>
              </a:spcBef>
              <a:spcAft>
                <a:spcPts val="0"/>
              </a:spcAft>
              <a:buSzPts val="13900"/>
              <a:buNone/>
              <a:defRPr/>
            </a:lvl7pPr>
            <a:lvl8pPr lvl="7">
              <a:spcBef>
                <a:spcPts val="0"/>
              </a:spcBef>
              <a:spcAft>
                <a:spcPts val="0"/>
              </a:spcAft>
              <a:buSzPts val="13900"/>
              <a:buNone/>
              <a:defRPr/>
            </a:lvl8pPr>
            <a:lvl9pPr lvl="8">
              <a:spcBef>
                <a:spcPts val="0"/>
              </a:spcBef>
              <a:spcAft>
                <a:spcPts val="0"/>
              </a:spcAft>
              <a:buSzPts val="13900"/>
              <a:buNone/>
              <a:defRPr/>
            </a:lvl9pPr>
          </a:lstStyle>
          <a:p>
            <a:endParaRPr/>
          </a:p>
        </p:txBody>
      </p:sp>
      <p:sp>
        <p:nvSpPr>
          <p:cNvPr id="27" name="Google Shape;27;p6"/>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032046" y="4623681"/>
            <a:ext cx="9297300" cy="6288900"/>
          </a:xfrm>
          <a:prstGeom prst="rect">
            <a:avLst/>
          </a:prstGeom>
        </p:spPr>
        <p:txBody>
          <a:bodyPr spcFirstLastPara="1" wrap="square" lIns="455425" tIns="455425" rIns="455425" bIns="455425" anchor="b" anchorCtr="0">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endParaRPr/>
          </a:p>
        </p:txBody>
      </p:sp>
      <p:sp>
        <p:nvSpPr>
          <p:cNvPr id="30" name="Google Shape;30;p7"/>
          <p:cNvSpPr txBox="1">
            <a:spLocks noGrp="1"/>
          </p:cNvSpPr>
          <p:nvPr>
            <p:ph type="body" idx="1"/>
          </p:nvPr>
        </p:nvSpPr>
        <p:spPr>
          <a:xfrm>
            <a:off x="1032046" y="11564195"/>
            <a:ext cx="9297300" cy="26458800"/>
          </a:xfrm>
          <a:prstGeom prst="rect">
            <a:avLst/>
          </a:prstGeom>
        </p:spPr>
        <p:txBody>
          <a:bodyPr spcFirstLastPara="1" wrap="square" lIns="455425" tIns="455425" rIns="455425" bIns="455425" anchor="t" anchorCtr="0">
            <a:normAutofit/>
          </a:bodyPr>
          <a:lstStyle>
            <a:lvl1pPr marL="457200" lvl="0" indent="-609600">
              <a:spcBef>
                <a:spcPts val="0"/>
              </a:spcBef>
              <a:spcAft>
                <a:spcPts val="0"/>
              </a:spcAft>
              <a:buSzPts val="6000"/>
              <a:buChar char="●"/>
              <a:defRPr sz="6000"/>
            </a:lvl1pPr>
            <a:lvl2pPr marL="914400" lvl="1" indent="-609600">
              <a:spcBef>
                <a:spcPts val="0"/>
              </a:spcBef>
              <a:spcAft>
                <a:spcPts val="0"/>
              </a:spcAft>
              <a:buSzPts val="6000"/>
              <a:buChar char="○"/>
              <a:defRPr sz="6000"/>
            </a:lvl2pPr>
            <a:lvl3pPr marL="1371600" lvl="2" indent="-609600">
              <a:spcBef>
                <a:spcPts val="0"/>
              </a:spcBef>
              <a:spcAft>
                <a:spcPts val="0"/>
              </a:spcAft>
              <a:buSzPts val="6000"/>
              <a:buChar char="■"/>
              <a:defRPr sz="6000"/>
            </a:lvl3pPr>
            <a:lvl4pPr marL="1828800" lvl="3" indent="-609600">
              <a:spcBef>
                <a:spcPts val="0"/>
              </a:spcBef>
              <a:spcAft>
                <a:spcPts val="0"/>
              </a:spcAft>
              <a:buSzPts val="6000"/>
              <a:buChar char="●"/>
              <a:defRPr sz="6000"/>
            </a:lvl4pPr>
            <a:lvl5pPr marL="2286000" lvl="4" indent="-609600">
              <a:spcBef>
                <a:spcPts val="0"/>
              </a:spcBef>
              <a:spcAft>
                <a:spcPts val="0"/>
              </a:spcAft>
              <a:buSzPts val="6000"/>
              <a:buChar char="○"/>
              <a:defRPr sz="6000"/>
            </a:lvl5pPr>
            <a:lvl6pPr marL="2743200" lvl="5" indent="-609600">
              <a:spcBef>
                <a:spcPts val="0"/>
              </a:spcBef>
              <a:spcAft>
                <a:spcPts val="0"/>
              </a:spcAft>
              <a:buSzPts val="6000"/>
              <a:buChar char="■"/>
              <a:defRPr sz="6000"/>
            </a:lvl6pPr>
            <a:lvl7pPr marL="3200400" lvl="6" indent="-609600">
              <a:spcBef>
                <a:spcPts val="0"/>
              </a:spcBef>
              <a:spcAft>
                <a:spcPts val="0"/>
              </a:spcAft>
              <a:buSzPts val="6000"/>
              <a:buChar char="●"/>
              <a:defRPr sz="6000"/>
            </a:lvl7pPr>
            <a:lvl8pPr marL="3657600" lvl="7" indent="-609600">
              <a:spcBef>
                <a:spcPts val="0"/>
              </a:spcBef>
              <a:spcAft>
                <a:spcPts val="0"/>
              </a:spcAft>
              <a:buSzPts val="6000"/>
              <a:buChar char="○"/>
              <a:defRPr sz="6000"/>
            </a:lvl8pPr>
            <a:lvl9pPr marL="4114800" lvl="8" indent="-609600">
              <a:spcBef>
                <a:spcPts val="0"/>
              </a:spcBef>
              <a:spcAft>
                <a:spcPts val="0"/>
              </a:spcAft>
              <a:buSzPts val="6000"/>
              <a:buChar char="■"/>
              <a:defRPr sz="6000"/>
            </a:lvl9pPr>
          </a:lstStyle>
          <a:p>
            <a:endParaRPr/>
          </a:p>
        </p:txBody>
      </p:sp>
      <p:sp>
        <p:nvSpPr>
          <p:cNvPr id="31" name="Google Shape;31;p7"/>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623229" y="3746130"/>
            <a:ext cx="21084000" cy="34043400"/>
          </a:xfrm>
          <a:prstGeom prst="rect">
            <a:avLst/>
          </a:prstGeom>
        </p:spPr>
        <p:txBody>
          <a:bodyPr spcFirstLastPara="1" wrap="square" lIns="455425" tIns="455425" rIns="455425" bIns="455425" anchor="ctr" anchorCtr="0">
            <a:normAutofit/>
          </a:bodyPr>
          <a:lstStyle>
            <a:lvl1pPr lvl="0">
              <a:spcBef>
                <a:spcPts val="0"/>
              </a:spcBef>
              <a:spcAft>
                <a:spcPts val="0"/>
              </a:spcAft>
              <a:buSzPts val="23900"/>
              <a:buNone/>
              <a:defRPr sz="23900"/>
            </a:lvl1pPr>
            <a:lvl2pPr lvl="1">
              <a:spcBef>
                <a:spcPts val="0"/>
              </a:spcBef>
              <a:spcAft>
                <a:spcPts val="0"/>
              </a:spcAft>
              <a:buSzPts val="23900"/>
              <a:buNone/>
              <a:defRPr sz="23900"/>
            </a:lvl2pPr>
            <a:lvl3pPr lvl="2">
              <a:spcBef>
                <a:spcPts val="0"/>
              </a:spcBef>
              <a:spcAft>
                <a:spcPts val="0"/>
              </a:spcAft>
              <a:buSzPts val="23900"/>
              <a:buNone/>
              <a:defRPr sz="23900"/>
            </a:lvl3pPr>
            <a:lvl4pPr lvl="3">
              <a:spcBef>
                <a:spcPts val="0"/>
              </a:spcBef>
              <a:spcAft>
                <a:spcPts val="0"/>
              </a:spcAft>
              <a:buSzPts val="23900"/>
              <a:buNone/>
              <a:defRPr sz="23900"/>
            </a:lvl4pPr>
            <a:lvl5pPr lvl="4">
              <a:spcBef>
                <a:spcPts val="0"/>
              </a:spcBef>
              <a:spcAft>
                <a:spcPts val="0"/>
              </a:spcAft>
              <a:buSzPts val="23900"/>
              <a:buNone/>
              <a:defRPr sz="23900"/>
            </a:lvl5pPr>
            <a:lvl6pPr lvl="5">
              <a:spcBef>
                <a:spcPts val="0"/>
              </a:spcBef>
              <a:spcAft>
                <a:spcPts val="0"/>
              </a:spcAft>
              <a:buSzPts val="23900"/>
              <a:buNone/>
              <a:defRPr sz="23900"/>
            </a:lvl6pPr>
            <a:lvl7pPr lvl="6">
              <a:spcBef>
                <a:spcPts val="0"/>
              </a:spcBef>
              <a:spcAft>
                <a:spcPts val="0"/>
              </a:spcAft>
              <a:buSzPts val="23900"/>
              <a:buNone/>
              <a:defRPr sz="23900"/>
            </a:lvl7pPr>
            <a:lvl8pPr lvl="7">
              <a:spcBef>
                <a:spcPts val="0"/>
              </a:spcBef>
              <a:spcAft>
                <a:spcPts val="0"/>
              </a:spcAft>
              <a:buSzPts val="23900"/>
              <a:buNone/>
              <a:defRPr sz="23900"/>
            </a:lvl8pPr>
            <a:lvl9pPr lvl="8">
              <a:spcBef>
                <a:spcPts val="0"/>
              </a:spcBef>
              <a:spcAft>
                <a:spcPts val="0"/>
              </a:spcAft>
              <a:buSzPts val="23900"/>
              <a:buNone/>
              <a:defRPr sz="23900"/>
            </a:lvl9pPr>
          </a:lstStyle>
          <a:p>
            <a:endParaRPr/>
          </a:p>
        </p:txBody>
      </p:sp>
      <p:sp>
        <p:nvSpPr>
          <p:cNvPr id="34" name="Google Shape;34;p8"/>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5138000" y="-1040"/>
            <a:ext cx="15138000" cy="42804000"/>
          </a:xfrm>
          <a:prstGeom prst="rect">
            <a:avLst/>
          </a:prstGeom>
          <a:solidFill>
            <a:schemeClr val="lt2"/>
          </a:solidFill>
          <a:ln>
            <a:noFill/>
          </a:ln>
        </p:spPr>
        <p:txBody>
          <a:bodyPr spcFirstLastPara="1" wrap="square" lIns="455425" tIns="455425" rIns="455425" bIns="455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79077" y="10262433"/>
            <a:ext cx="13393800" cy="123357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20900"/>
              <a:buNone/>
              <a:defRPr sz="20900"/>
            </a:lvl1pPr>
            <a:lvl2pPr lvl="1" algn="ctr">
              <a:spcBef>
                <a:spcPts val="0"/>
              </a:spcBef>
              <a:spcAft>
                <a:spcPts val="0"/>
              </a:spcAft>
              <a:buSzPts val="20900"/>
              <a:buNone/>
              <a:defRPr sz="20900"/>
            </a:lvl2pPr>
            <a:lvl3pPr lvl="2" algn="ctr">
              <a:spcBef>
                <a:spcPts val="0"/>
              </a:spcBef>
              <a:spcAft>
                <a:spcPts val="0"/>
              </a:spcAft>
              <a:buSzPts val="20900"/>
              <a:buNone/>
              <a:defRPr sz="20900"/>
            </a:lvl3pPr>
            <a:lvl4pPr lvl="3" algn="ctr">
              <a:spcBef>
                <a:spcPts val="0"/>
              </a:spcBef>
              <a:spcAft>
                <a:spcPts val="0"/>
              </a:spcAft>
              <a:buSzPts val="20900"/>
              <a:buNone/>
              <a:defRPr sz="20900"/>
            </a:lvl4pPr>
            <a:lvl5pPr lvl="4" algn="ctr">
              <a:spcBef>
                <a:spcPts val="0"/>
              </a:spcBef>
              <a:spcAft>
                <a:spcPts val="0"/>
              </a:spcAft>
              <a:buSzPts val="20900"/>
              <a:buNone/>
              <a:defRPr sz="20900"/>
            </a:lvl5pPr>
            <a:lvl6pPr lvl="5" algn="ctr">
              <a:spcBef>
                <a:spcPts val="0"/>
              </a:spcBef>
              <a:spcAft>
                <a:spcPts val="0"/>
              </a:spcAft>
              <a:buSzPts val="20900"/>
              <a:buNone/>
              <a:defRPr sz="20900"/>
            </a:lvl6pPr>
            <a:lvl7pPr lvl="6" algn="ctr">
              <a:spcBef>
                <a:spcPts val="0"/>
              </a:spcBef>
              <a:spcAft>
                <a:spcPts val="0"/>
              </a:spcAft>
              <a:buSzPts val="20900"/>
              <a:buNone/>
              <a:defRPr sz="20900"/>
            </a:lvl7pPr>
            <a:lvl8pPr lvl="7" algn="ctr">
              <a:spcBef>
                <a:spcPts val="0"/>
              </a:spcBef>
              <a:spcAft>
                <a:spcPts val="0"/>
              </a:spcAft>
              <a:buSzPts val="20900"/>
              <a:buNone/>
              <a:defRPr sz="20900"/>
            </a:lvl8pPr>
            <a:lvl9pPr lvl="8" algn="ctr">
              <a:spcBef>
                <a:spcPts val="0"/>
              </a:spcBef>
              <a:spcAft>
                <a:spcPts val="0"/>
              </a:spcAft>
              <a:buSzPts val="20900"/>
              <a:buNone/>
              <a:defRPr sz="20900"/>
            </a:lvl9pPr>
          </a:lstStyle>
          <a:p>
            <a:endParaRPr/>
          </a:p>
        </p:txBody>
      </p:sp>
      <p:sp>
        <p:nvSpPr>
          <p:cNvPr id="38" name="Google Shape;38;p9"/>
          <p:cNvSpPr txBox="1">
            <a:spLocks noGrp="1"/>
          </p:cNvSpPr>
          <p:nvPr>
            <p:ph type="subTitle" idx="1"/>
          </p:nvPr>
        </p:nvSpPr>
        <p:spPr>
          <a:xfrm>
            <a:off x="879077" y="23327077"/>
            <a:ext cx="13393800" cy="10278600"/>
          </a:xfrm>
          <a:prstGeom prst="rect">
            <a:avLst/>
          </a:prstGeom>
        </p:spPr>
        <p:txBody>
          <a:bodyPr spcFirstLastPara="1" wrap="square" lIns="455425" tIns="455425" rIns="455425" bIns="455425" anchor="t" anchorCtr="0">
            <a:normAutofit/>
          </a:bodyPr>
          <a:lstStyle>
            <a:lvl1pPr lvl="0" algn="ctr">
              <a:lnSpc>
                <a:spcPct val="100000"/>
              </a:lnSpc>
              <a:spcBef>
                <a:spcPts val="0"/>
              </a:spcBef>
              <a:spcAft>
                <a:spcPts val="0"/>
              </a:spcAft>
              <a:buSzPts val="10500"/>
              <a:buNone/>
              <a:defRPr sz="10500"/>
            </a:lvl1pPr>
            <a:lvl2pPr lvl="1" algn="ctr">
              <a:lnSpc>
                <a:spcPct val="100000"/>
              </a:lnSpc>
              <a:spcBef>
                <a:spcPts val="0"/>
              </a:spcBef>
              <a:spcAft>
                <a:spcPts val="0"/>
              </a:spcAft>
              <a:buSzPts val="10500"/>
              <a:buNone/>
              <a:defRPr sz="10500"/>
            </a:lvl2pPr>
            <a:lvl3pPr lvl="2" algn="ctr">
              <a:lnSpc>
                <a:spcPct val="100000"/>
              </a:lnSpc>
              <a:spcBef>
                <a:spcPts val="0"/>
              </a:spcBef>
              <a:spcAft>
                <a:spcPts val="0"/>
              </a:spcAft>
              <a:buSzPts val="10500"/>
              <a:buNone/>
              <a:defRPr sz="10500"/>
            </a:lvl3pPr>
            <a:lvl4pPr lvl="3" algn="ctr">
              <a:lnSpc>
                <a:spcPct val="100000"/>
              </a:lnSpc>
              <a:spcBef>
                <a:spcPts val="0"/>
              </a:spcBef>
              <a:spcAft>
                <a:spcPts val="0"/>
              </a:spcAft>
              <a:buSzPts val="10500"/>
              <a:buNone/>
              <a:defRPr sz="10500"/>
            </a:lvl4pPr>
            <a:lvl5pPr lvl="4" algn="ctr">
              <a:lnSpc>
                <a:spcPct val="100000"/>
              </a:lnSpc>
              <a:spcBef>
                <a:spcPts val="0"/>
              </a:spcBef>
              <a:spcAft>
                <a:spcPts val="0"/>
              </a:spcAft>
              <a:buSzPts val="10500"/>
              <a:buNone/>
              <a:defRPr sz="10500"/>
            </a:lvl5pPr>
            <a:lvl6pPr lvl="5" algn="ctr">
              <a:lnSpc>
                <a:spcPct val="100000"/>
              </a:lnSpc>
              <a:spcBef>
                <a:spcPts val="0"/>
              </a:spcBef>
              <a:spcAft>
                <a:spcPts val="0"/>
              </a:spcAft>
              <a:buSzPts val="10500"/>
              <a:buNone/>
              <a:defRPr sz="10500"/>
            </a:lvl6pPr>
            <a:lvl7pPr lvl="6" algn="ctr">
              <a:lnSpc>
                <a:spcPct val="100000"/>
              </a:lnSpc>
              <a:spcBef>
                <a:spcPts val="0"/>
              </a:spcBef>
              <a:spcAft>
                <a:spcPts val="0"/>
              </a:spcAft>
              <a:buSzPts val="10500"/>
              <a:buNone/>
              <a:defRPr sz="10500"/>
            </a:lvl7pPr>
            <a:lvl8pPr lvl="7" algn="ctr">
              <a:lnSpc>
                <a:spcPct val="100000"/>
              </a:lnSpc>
              <a:spcBef>
                <a:spcPts val="0"/>
              </a:spcBef>
              <a:spcAft>
                <a:spcPts val="0"/>
              </a:spcAft>
              <a:buSzPts val="10500"/>
              <a:buNone/>
              <a:defRPr sz="10500"/>
            </a:lvl8pPr>
            <a:lvl9pPr lvl="8" algn="ctr">
              <a:lnSpc>
                <a:spcPct val="100000"/>
              </a:lnSpc>
              <a:spcBef>
                <a:spcPts val="0"/>
              </a:spcBef>
              <a:spcAft>
                <a:spcPts val="0"/>
              </a:spcAft>
              <a:buSzPts val="10500"/>
              <a:buNone/>
              <a:defRPr sz="10500"/>
            </a:lvl9pPr>
          </a:lstStyle>
          <a:p>
            <a:endParaRPr/>
          </a:p>
        </p:txBody>
      </p:sp>
      <p:sp>
        <p:nvSpPr>
          <p:cNvPr id="39" name="Google Shape;39;p9"/>
          <p:cNvSpPr txBox="1">
            <a:spLocks noGrp="1"/>
          </p:cNvSpPr>
          <p:nvPr>
            <p:ph type="body" idx="2"/>
          </p:nvPr>
        </p:nvSpPr>
        <p:spPr>
          <a:xfrm>
            <a:off x="16354801" y="6025723"/>
            <a:ext cx="12704400" cy="30750600"/>
          </a:xfrm>
          <a:prstGeom prst="rect">
            <a:avLst/>
          </a:prstGeom>
        </p:spPr>
        <p:txBody>
          <a:bodyPr spcFirstLastPara="1" wrap="square" lIns="455425" tIns="455425" rIns="455425" bIns="455425" anchor="ctr" anchorCtr="0">
            <a:normAutofit/>
          </a:bodyPr>
          <a:lstStyle>
            <a:lvl1pPr marL="457200" lvl="0" indent="-800100">
              <a:spcBef>
                <a:spcPts val="0"/>
              </a:spcBef>
              <a:spcAft>
                <a:spcPts val="0"/>
              </a:spcAft>
              <a:buSzPts val="9000"/>
              <a:buChar char="●"/>
              <a:defRPr/>
            </a:lvl1pPr>
            <a:lvl2pPr marL="914400" lvl="1" indent="-673100">
              <a:spcBef>
                <a:spcPts val="0"/>
              </a:spcBef>
              <a:spcAft>
                <a:spcPts val="0"/>
              </a:spcAft>
              <a:buSzPts val="7000"/>
              <a:buChar char="○"/>
              <a:defRPr/>
            </a:lvl2pPr>
            <a:lvl3pPr marL="1371600" lvl="2" indent="-673100">
              <a:spcBef>
                <a:spcPts val="0"/>
              </a:spcBef>
              <a:spcAft>
                <a:spcPts val="0"/>
              </a:spcAft>
              <a:buSzPts val="7000"/>
              <a:buChar char="■"/>
              <a:defRPr/>
            </a:lvl3pPr>
            <a:lvl4pPr marL="1828800" lvl="3" indent="-673100">
              <a:spcBef>
                <a:spcPts val="0"/>
              </a:spcBef>
              <a:spcAft>
                <a:spcPts val="0"/>
              </a:spcAft>
              <a:buSzPts val="7000"/>
              <a:buChar char="●"/>
              <a:defRPr/>
            </a:lvl4pPr>
            <a:lvl5pPr marL="2286000" lvl="4" indent="-673100">
              <a:spcBef>
                <a:spcPts val="0"/>
              </a:spcBef>
              <a:spcAft>
                <a:spcPts val="0"/>
              </a:spcAft>
              <a:buSzPts val="7000"/>
              <a:buChar char="○"/>
              <a:defRPr/>
            </a:lvl5pPr>
            <a:lvl6pPr marL="2743200" lvl="5" indent="-673100">
              <a:spcBef>
                <a:spcPts val="0"/>
              </a:spcBef>
              <a:spcAft>
                <a:spcPts val="0"/>
              </a:spcAft>
              <a:buSzPts val="7000"/>
              <a:buChar char="■"/>
              <a:defRPr/>
            </a:lvl6pPr>
            <a:lvl7pPr marL="3200400" lvl="6" indent="-673100">
              <a:spcBef>
                <a:spcPts val="0"/>
              </a:spcBef>
              <a:spcAft>
                <a:spcPts val="0"/>
              </a:spcAft>
              <a:buSzPts val="7000"/>
              <a:buChar char="●"/>
              <a:defRPr/>
            </a:lvl7pPr>
            <a:lvl8pPr marL="3657600" lvl="7" indent="-673100">
              <a:spcBef>
                <a:spcPts val="0"/>
              </a:spcBef>
              <a:spcAft>
                <a:spcPts val="0"/>
              </a:spcAft>
              <a:buSzPts val="7000"/>
              <a:buChar char="○"/>
              <a:defRPr/>
            </a:lvl8pPr>
            <a:lvl9pPr marL="4114800" lvl="8" indent="-673100">
              <a:spcBef>
                <a:spcPts val="0"/>
              </a:spcBef>
              <a:spcAft>
                <a:spcPts val="0"/>
              </a:spcAft>
              <a:buSzPts val="7000"/>
              <a:buChar char="■"/>
              <a:defRPr/>
            </a:lvl9pPr>
          </a:lstStyle>
          <a:p>
            <a:endParaRPr/>
          </a:p>
        </p:txBody>
      </p:sp>
      <p:sp>
        <p:nvSpPr>
          <p:cNvPr id="40" name="Google Shape;40;p9"/>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032046" y="35206675"/>
            <a:ext cx="19862100" cy="5035500"/>
          </a:xfrm>
          <a:prstGeom prst="rect">
            <a:avLst/>
          </a:prstGeom>
        </p:spPr>
        <p:txBody>
          <a:bodyPr spcFirstLastPara="1" wrap="square" lIns="455425" tIns="455425" rIns="455425" bIns="455425" anchor="ctr" anchorCtr="0">
            <a:normAutofit/>
          </a:bodyPr>
          <a:lstStyle>
            <a:lvl1pPr marL="457200" lvl="0" indent="-228600">
              <a:lnSpc>
                <a:spcPct val="100000"/>
              </a:lnSpc>
              <a:spcBef>
                <a:spcPts val="0"/>
              </a:spcBef>
              <a:spcAft>
                <a:spcPts val="0"/>
              </a:spcAft>
              <a:buSzPts val="9000"/>
              <a:buNone/>
              <a:defRPr/>
            </a:lvl1pPr>
          </a:lstStyle>
          <a:p>
            <a:endParaRPr/>
          </a:p>
        </p:txBody>
      </p:sp>
      <p:sp>
        <p:nvSpPr>
          <p:cNvPr id="43" name="Google Shape;43;p10"/>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032046" y="9205128"/>
            <a:ext cx="28212000" cy="16340100"/>
          </a:xfrm>
          <a:prstGeom prst="rect">
            <a:avLst/>
          </a:prstGeom>
        </p:spPr>
        <p:txBody>
          <a:bodyPr spcFirstLastPara="1" wrap="square" lIns="455425" tIns="455425" rIns="455425" bIns="455425" anchor="b" anchorCtr="0">
            <a:normAutofit/>
          </a:bodyPr>
          <a:lstStyle>
            <a:lvl1pPr lvl="0" algn="ctr">
              <a:spcBef>
                <a:spcPts val="0"/>
              </a:spcBef>
              <a:spcAft>
                <a:spcPts val="0"/>
              </a:spcAft>
              <a:buSzPts val="59800"/>
              <a:buNone/>
              <a:defRPr sz="59800"/>
            </a:lvl1pPr>
            <a:lvl2pPr lvl="1" algn="ctr">
              <a:spcBef>
                <a:spcPts val="0"/>
              </a:spcBef>
              <a:spcAft>
                <a:spcPts val="0"/>
              </a:spcAft>
              <a:buSzPts val="59800"/>
              <a:buNone/>
              <a:defRPr sz="59800"/>
            </a:lvl2pPr>
            <a:lvl3pPr lvl="2" algn="ctr">
              <a:spcBef>
                <a:spcPts val="0"/>
              </a:spcBef>
              <a:spcAft>
                <a:spcPts val="0"/>
              </a:spcAft>
              <a:buSzPts val="59800"/>
              <a:buNone/>
              <a:defRPr sz="59800"/>
            </a:lvl3pPr>
            <a:lvl4pPr lvl="3" algn="ctr">
              <a:spcBef>
                <a:spcPts val="0"/>
              </a:spcBef>
              <a:spcAft>
                <a:spcPts val="0"/>
              </a:spcAft>
              <a:buSzPts val="59800"/>
              <a:buNone/>
              <a:defRPr sz="59800"/>
            </a:lvl4pPr>
            <a:lvl5pPr lvl="4" algn="ctr">
              <a:spcBef>
                <a:spcPts val="0"/>
              </a:spcBef>
              <a:spcAft>
                <a:spcPts val="0"/>
              </a:spcAft>
              <a:buSzPts val="59800"/>
              <a:buNone/>
              <a:defRPr sz="59800"/>
            </a:lvl5pPr>
            <a:lvl6pPr lvl="5" algn="ctr">
              <a:spcBef>
                <a:spcPts val="0"/>
              </a:spcBef>
              <a:spcAft>
                <a:spcPts val="0"/>
              </a:spcAft>
              <a:buSzPts val="59800"/>
              <a:buNone/>
              <a:defRPr sz="59800"/>
            </a:lvl6pPr>
            <a:lvl7pPr lvl="6" algn="ctr">
              <a:spcBef>
                <a:spcPts val="0"/>
              </a:spcBef>
              <a:spcAft>
                <a:spcPts val="0"/>
              </a:spcAft>
              <a:buSzPts val="59800"/>
              <a:buNone/>
              <a:defRPr sz="59800"/>
            </a:lvl7pPr>
            <a:lvl8pPr lvl="7" algn="ctr">
              <a:spcBef>
                <a:spcPts val="0"/>
              </a:spcBef>
              <a:spcAft>
                <a:spcPts val="0"/>
              </a:spcAft>
              <a:buSzPts val="59800"/>
              <a:buNone/>
              <a:defRPr sz="59800"/>
            </a:lvl8pPr>
            <a:lvl9pPr lvl="8" algn="ctr">
              <a:spcBef>
                <a:spcPts val="0"/>
              </a:spcBef>
              <a:spcAft>
                <a:spcPts val="0"/>
              </a:spcAft>
              <a:buSzPts val="59800"/>
              <a:buNone/>
              <a:defRPr sz="59800"/>
            </a:lvl9pPr>
          </a:lstStyle>
          <a:p>
            <a:r>
              <a:t>xx%</a:t>
            </a:r>
          </a:p>
        </p:txBody>
      </p:sp>
      <p:sp>
        <p:nvSpPr>
          <p:cNvPr id="46" name="Google Shape;46;p11"/>
          <p:cNvSpPr txBox="1">
            <a:spLocks noGrp="1"/>
          </p:cNvSpPr>
          <p:nvPr>
            <p:ph type="body" idx="1"/>
          </p:nvPr>
        </p:nvSpPr>
        <p:spPr>
          <a:xfrm>
            <a:off x="1032046" y="26232690"/>
            <a:ext cx="28212000" cy="10825200"/>
          </a:xfrm>
          <a:prstGeom prst="rect">
            <a:avLst/>
          </a:prstGeom>
        </p:spPr>
        <p:txBody>
          <a:bodyPr spcFirstLastPara="1" wrap="square" lIns="455425" tIns="455425" rIns="455425" bIns="455425" anchor="t" anchorCtr="0">
            <a:normAutofit/>
          </a:bodyPr>
          <a:lstStyle>
            <a:lvl1pPr marL="457200" lvl="0" indent="-800100" algn="ctr">
              <a:spcBef>
                <a:spcPts val="0"/>
              </a:spcBef>
              <a:spcAft>
                <a:spcPts val="0"/>
              </a:spcAft>
              <a:buSzPts val="9000"/>
              <a:buChar char="●"/>
              <a:defRPr/>
            </a:lvl1pPr>
            <a:lvl2pPr marL="914400" lvl="1" indent="-673100" algn="ctr">
              <a:spcBef>
                <a:spcPts val="0"/>
              </a:spcBef>
              <a:spcAft>
                <a:spcPts val="0"/>
              </a:spcAft>
              <a:buSzPts val="7000"/>
              <a:buChar char="○"/>
              <a:defRPr/>
            </a:lvl2pPr>
            <a:lvl3pPr marL="1371600" lvl="2" indent="-673100" algn="ctr">
              <a:spcBef>
                <a:spcPts val="0"/>
              </a:spcBef>
              <a:spcAft>
                <a:spcPts val="0"/>
              </a:spcAft>
              <a:buSzPts val="7000"/>
              <a:buChar char="■"/>
              <a:defRPr/>
            </a:lvl3pPr>
            <a:lvl4pPr marL="1828800" lvl="3" indent="-673100" algn="ctr">
              <a:spcBef>
                <a:spcPts val="0"/>
              </a:spcBef>
              <a:spcAft>
                <a:spcPts val="0"/>
              </a:spcAft>
              <a:buSzPts val="7000"/>
              <a:buChar char="●"/>
              <a:defRPr/>
            </a:lvl4pPr>
            <a:lvl5pPr marL="2286000" lvl="4" indent="-673100" algn="ctr">
              <a:spcBef>
                <a:spcPts val="0"/>
              </a:spcBef>
              <a:spcAft>
                <a:spcPts val="0"/>
              </a:spcAft>
              <a:buSzPts val="7000"/>
              <a:buChar char="○"/>
              <a:defRPr/>
            </a:lvl5pPr>
            <a:lvl6pPr marL="2743200" lvl="5" indent="-673100" algn="ctr">
              <a:spcBef>
                <a:spcPts val="0"/>
              </a:spcBef>
              <a:spcAft>
                <a:spcPts val="0"/>
              </a:spcAft>
              <a:buSzPts val="7000"/>
              <a:buChar char="■"/>
              <a:defRPr/>
            </a:lvl6pPr>
            <a:lvl7pPr marL="3200400" lvl="6" indent="-673100" algn="ctr">
              <a:spcBef>
                <a:spcPts val="0"/>
              </a:spcBef>
              <a:spcAft>
                <a:spcPts val="0"/>
              </a:spcAft>
              <a:buSzPts val="7000"/>
              <a:buChar char="●"/>
              <a:defRPr/>
            </a:lvl7pPr>
            <a:lvl8pPr marL="3657600" lvl="7" indent="-673100" algn="ctr">
              <a:spcBef>
                <a:spcPts val="0"/>
              </a:spcBef>
              <a:spcAft>
                <a:spcPts val="0"/>
              </a:spcAft>
              <a:buSzPts val="7000"/>
              <a:buChar char="○"/>
              <a:defRPr/>
            </a:lvl8pPr>
            <a:lvl9pPr marL="4114800" lvl="8" indent="-673100" algn="ctr">
              <a:spcBef>
                <a:spcPts val="0"/>
              </a:spcBef>
              <a:spcAft>
                <a:spcPts val="0"/>
              </a:spcAft>
              <a:buSzPts val="7000"/>
              <a:buChar char="■"/>
              <a:defRPr/>
            </a:lvl9pPr>
          </a:lstStyle>
          <a:p>
            <a:endParaRPr/>
          </a:p>
        </p:txBody>
      </p:sp>
      <p:sp>
        <p:nvSpPr>
          <p:cNvPr id="47" name="Google Shape;47;p11"/>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8052508" y="38807103"/>
            <a:ext cx="1816800" cy="3275400"/>
          </a:xfrm>
          <a:prstGeom prst="rect">
            <a:avLst/>
          </a:prstGeom>
        </p:spPr>
        <p:txBody>
          <a:bodyPr spcFirstLastPara="1" wrap="square" lIns="455425" tIns="455425" rIns="455425" bIns="455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2046" y="3703480"/>
            <a:ext cx="28212000" cy="4766100"/>
          </a:xfrm>
          <a:prstGeom prst="rect">
            <a:avLst/>
          </a:prstGeom>
          <a:noFill/>
          <a:ln>
            <a:noFill/>
          </a:ln>
        </p:spPr>
        <p:txBody>
          <a:bodyPr spcFirstLastPara="1" wrap="square" lIns="455425" tIns="455425" rIns="455425" bIns="455425" anchor="t" anchorCtr="0">
            <a:normAutofit/>
          </a:bodyPr>
          <a:lstStyle>
            <a:lvl1pPr lvl="0">
              <a:spcBef>
                <a:spcPts val="0"/>
              </a:spcBef>
              <a:spcAft>
                <a:spcPts val="0"/>
              </a:spcAft>
              <a:buClr>
                <a:schemeClr val="dk1"/>
              </a:buClr>
              <a:buSzPts val="13900"/>
              <a:buNone/>
              <a:defRPr sz="13900">
                <a:solidFill>
                  <a:schemeClr val="dk1"/>
                </a:solidFill>
              </a:defRPr>
            </a:lvl1pPr>
            <a:lvl2pPr lvl="1">
              <a:spcBef>
                <a:spcPts val="0"/>
              </a:spcBef>
              <a:spcAft>
                <a:spcPts val="0"/>
              </a:spcAft>
              <a:buClr>
                <a:schemeClr val="dk1"/>
              </a:buClr>
              <a:buSzPts val="13900"/>
              <a:buNone/>
              <a:defRPr sz="13900">
                <a:solidFill>
                  <a:schemeClr val="dk1"/>
                </a:solidFill>
              </a:defRPr>
            </a:lvl2pPr>
            <a:lvl3pPr lvl="2">
              <a:spcBef>
                <a:spcPts val="0"/>
              </a:spcBef>
              <a:spcAft>
                <a:spcPts val="0"/>
              </a:spcAft>
              <a:buClr>
                <a:schemeClr val="dk1"/>
              </a:buClr>
              <a:buSzPts val="13900"/>
              <a:buNone/>
              <a:defRPr sz="13900">
                <a:solidFill>
                  <a:schemeClr val="dk1"/>
                </a:solidFill>
              </a:defRPr>
            </a:lvl3pPr>
            <a:lvl4pPr lvl="3">
              <a:spcBef>
                <a:spcPts val="0"/>
              </a:spcBef>
              <a:spcAft>
                <a:spcPts val="0"/>
              </a:spcAft>
              <a:buClr>
                <a:schemeClr val="dk1"/>
              </a:buClr>
              <a:buSzPts val="13900"/>
              <a:buNone/>
              <a:defRPr sz="13900">
                <a:solidFill>
                  <a:schemeClr val="dk1"/>
                </a:solidFill>
              </a:defRPr>
            </a:lvl4pPr>
            <a:lvl5pPr lvl="4">
              <a:spcBef>
                <a:spcPts val="0"/>
              </a:spcBef>
              <a:spcAft>
                <a:spcPts val="0"/>
              </a:spcAft>
              <a:buClr>
                <a:schemeClr val="dk1"/>
              </a:buClr>
              <a:buSzPts val="13900"/>
              <a:buNone/>
              <a:defRPr sz="13900">
                <a:solidFill>
                  <a:schemeClr val="dk1"/>
                </a:solidFill>
              </a:defRPr>
            </a:lvl5pPr>
            <a:lvl6pPr lvl="5">
              <a:spcBef>
                <a:spcPts val="0"/>
              </a:spcBef>
              <a:spcAft>
                <a:spcPts val="0"/>
              </a:spcAft>
              <a:buClr>
                <a:schemeClr val="dk1"/>
              </a:buClr>
              <a:buSzPts val="13900"/>
              <a:buNone/>
              <a:defRPr sz="13900">
                <a:solidFill>
                  <a:schemeClr val="dk1"/>
                </a:solidFill>
              </a:defRPr>
            </a:lvl6pPr>
            <a:lvl7pPr lvl="6">
              <a:spcBef>
                <a:spcPts val="0"/>
              </a:spcBef>
              <a:spcAft>
                <a:spcPts val="0"/>
              </a:spcAft>
              <a:buClr>
                <a:schemeClr val="dk1"/>
              </a:buClr>
              <a:buSzPts val="13900"/>
              <a:buNone/>
              <a:defRPr sz="13900">
                <a:solidFill>
                  <a:schemeClr val="dk1"/>
                </a:solidFill>
              </a:defRPr>
            </a:lvl7pPr>
            <a:lvl8pPr lvl="7">
              <a:spcBef>
                <a:spcPts val="0"/>
              </a:spcBef>
              <a:spcAft>
                <a:spcPts val="0"/>
              </a:spcAft>
              <a:buClr>
                <a:schemeClr val="dk1"/>
              </a:buClr>
              <a:buSzPts val="13900"/>
              <a:buNone/>
              <a:defRPr sz="13900">
                <a:solidFill>
                  <a:schemeClr val="dk1"/>
                </a:solidFill>
              </a:defRPr>
            </a:lvl8pPr>
            <a:lvl9pPr lvl="8">
              <a:spcBef>
                <a:spcPts val="0"/>
              </a:spcBef>
              <a:spcAft>
                <a:spcPts val="0"/>
              </a:spcAft>
              <a:buClr>
                <a:schemeClr val="dk1"/>
              </a:buClr>
              <a:buSzPts val="13900"/>
              <a:buNone/>
              <a:defRPr sz="13900">
                <a:solidFill>
                  <a:schemeClr val="dk1"/>
                </a:solidFill>
              </a:defRPr>
            </a:lvl9pPr>
          </a:lstStyle>
          <a:p>
            <a:endParaRPr/>
          </a:p>
        </p:txBody>
      </p:sp>
      <p:sp>
        <p:nvSpPr>
          <p:cNvPr id="7" name="Google Shape;7;p1"/>
          <p:cNvSpPr txBox="1">
            <a:spLocks noGrp="1"/>
          </p:cNvSpPr>
          <p:nvPr>
            <p:ph type="body" idx="1"/>
          </p:nvPr>
        </p:nvSpPr>
        <p:spPr>
          <a:xfrm>
            <a:off x="1032046" y="9590851"/>
            <a:ext cx="28212000" cy="28431000"/>
          </a:xfrm>
          <a:prstGeom prst="rect">
            <a:avLst/>
          </a:prstGeom>
          <a:noFill/>
          <a:ln>
            <a:noFill/>
          </a:ln>
        </p:spPr>
        <p:txBody>
          <a:bodyPr spcFirstLastPara="1" wrap="square" lIns="455425" tIns="455425" rIns="455425" bIns="455425" anchor="t" anchorCtr="0">
            <a:normAutofit/>
          </a:bodyPr>
          <a:lstStyle>
            <a:lvl1pPr marL="457200" lvl="0" indent="-800100">
              <a:lnSpc>
                <a:spcPct val="115000"/>
              </a:lnSpc>
              <a:spcBef>
                <a:spcPts val="0"/>
              </a:spcBef>
              <a:spcAft>
                <a:spcPts val="0"/>
              </a:spcAft>
              <a:buClr>
                <a:schemeClr val="dk2"/>
              </a:buClr>
              <a:buSzPts val="9000"/>
              <a:buChar char="●"/>
              <a:defRPr sz="9000">
                <a:solidFill>
                  <a:schemeClr val="dk2"/>
                </a:solidFill>
              </a:defRPr>
            </a:lvl1pPr>
            <a:lvl2pPr marL="914400" lvl="1" indent="-673100">
              <a:lnSpc>
                <a:spcPct val="115000"/>
              </a:lnSpc>
              <a:spcBef>
                <a:spcPts val="0"/>
              </a:spcBef>
              <a:spcAft>
                <a:spcPts val="0"/>
              </a:spcAft>
              <a:buClr>
                <a:schemeClr val="dk2"/>
              </a:buClr>
              <a:buSzPts val="7000"/>
              <a:buChar char="○"/>
              <a:defRPr sz="7000">
                <a:solidFill>
                  <a:schemeClr val="dk2"/>
                </a:solidFill>
              </a:defRPr>
            </a:lvl2pPr>
            <a:lvl3pPr marL="1371600" lvl="2" indent="-673100">
              <a:lnSpc>
                <a:spcPct val="115000"/>
              </a:lnSpc>
              <a:spcBef>
                <a:spcPts val="0"/>
              </a:spcBef>
              <a:spcAft>
                <a:spcPts val="0"/>
              </a:spcAft>
              <a:buClr>
                <a:schemeClr val="dk2"/>
              </a:buClr>
              <a:buSzPts val="7000"/>
              <a:buChar char="■"/>
              <a:defRPr sz="7000">
                <a:solidFill>
                  <a:schemeClr val="dk2"/>
                </a:solidFill>
              </a:defRPr>
            </a:lvl3pPr>
            <a:lvl4pPr marL="1828800" lvl="3" indent="-673100">
              <a:lnSpc>
                <a:spcPct val="115000"/>
              </a:lnSpc>
              <a:spcBef>
                <a:spcPts val="0"/>
              </a:spcBef>
              <a:spcAft>
                <a:spcPts val="0"/>
              </a:spcAft>
              <a:buClr>
                <a:schemeClr val="dk2"/>
              </a:buClr>
              <a:buSzPts val="7000"/>
              <a:buChar char="●"/>
              <a:defRPr sz="7000">
                <a:solidFill>
                  <a:schemeClr val="dk2"/>
                </a:solidFill>
              </a:defRPr>
            </a:lvl4pPr>
            <a:lvl5pPr marL="2286000" lvl="4" indent="-673100">
              <a:lnSpc>
                <a:spcPct val="115000"/>
              </a:lnSpc>
              <a:spcBef>
                <a:spcPts val="0"/>
              </a:spcBef>
              <a:spcAft>
                <a:spcPts val="0"/>
              </a:spcAft>
              <a:buClr>
                <a:schemeClr val="dk2"/>
              </a:buClr>
              <a:buSzPts val="7000"/>
              <a:buChar char="○"/>
              <a:defRPr sz="7000">
                <a:solidFill>
                  <a:schemeClr val="dk2"/>
                </a:solidFill>
              </a:defRPr>
            </a:lvl5pPr>
            <a:lvl6pPr marL="2743200" lvl="5" indent="-673100">
              <a:lnSpc>
                <a:spcPct val="115000"/>
              </a:lnSpc>
              <a:spcBef>
                <a:spcPts val="0"/>
              </a:spcBef>
              <a:spcAft>
                <a:spcPts val="0"/>
              </a:spcAft>
              <a:buClr>
                <a:schemeClr val="dk2"/>
              </a:buClr>
              <a:buSzPts val="7000"/>
              <a:buChar char="■"/>
              <a:defRPr sz="7000">
                <a:solidFill>
                  <a:schemeClr val="dk2"/>
                </a:solidFill>
              </a:defRPr>
            </a:lvl6pPr>
            <a:lvl7pPr marL="3200400" lvl="6" indent="-673100">
              <a:lnSpc>
                <a:spcPct val="115000"/>
              </a:lnSpc>
              <a:spcBef>
                <a:spcPts val="0"/>
              </a:spcBef>
              <a:spcAft>
                <a:spcPts val="0"/>
              </a:spcAft>
              <a:buClr>
                <a:schemeClr val="dk2"/>
              </a:buClr>
              <a:buSzPts val="7000"/>
              <a:buChar char="●"/>
              <a:defRPr sz="7000">
                <a:solidFill>
                  <a:schemeClr val="dk2"/>
                </a:solidFill>
              </a:defRPr>
            </a:lvl7pPr>
            <a:lvl8pPr marL="3657600" lvl="7" indent="-673100">
              <a:lnSpc>
                <a:spcPct val="115000"/>
              </a:lnSpc>
              <a:spcBef>
                <a:spcPts val="0"/>
              </a:spcBef>
              <a:spcAft>
                <a:spcPts val="0"/>
              </a:spcAft>
              <a:buClr>
                <a:schemeClr val="dk2"/>
              </a:buClr>
              <a:buSzPts val="7000"/>
              <a:buChar char="○"/>
              <a:defRPr sz="7000">
                <a:solidFill>
                  <a:schemeClr val="dk2"/>
                </a:solidFill>
              </a:defRPr>
            </a:lvl8pPr>
            <a:lvl9pPr marL="4114800" lvl="8" indent="-673100">
              <a:lnSpc>
                <a:spcPct val="115000"/>
              </a:lnSpc>
              <a:spcBef>
                <a:spcPts val="0"/>
              </a:spcBef>
              <a:spcAft>
                <a:spcPts val="0"/>
              </a:spcAft>
              <a:buClr>
                <a:schemeClr val="dk2"/>
              </a:buClr>
              <a:buSzPts val="7000"/>
              <a:buChar char="■"/>
              <a:defRPr sz="7000">
                <a:solidFill>
                  <a:schemeClr val="dk2"/>
                </a:solidFill>
              </a:defRPr>
            </a:lvl9pPr>
          </a:lstStyle>
          <a:p>
            <a:endParaRPr/>
          </a:p>
        </p:txBody>
      </p:sp>
      <p:sp>
        <p:nvSpPr>
          <p:cNvPr id="8" name="Google Shape;8;p1"/>
          <p:cNvSpPr txBox="1">
            <a:spLocks noGrp="1"/>
          </p:cNvSpPr>
          <p:nvPr>
            <p:ph type="sldNum" idx="12"/>
          </p:nvPr>
        </p:nvSpPr>
        <p:spPr>
          <a:xfrm>
            <a:off x="28052508" y="38807103"/>
            <a:ext cx="1816800" cy="3275400"/>
          </a:xfrm>
          <a:prstGeom prst="rect">
            <a:avLst/>
          </a:prstGeom>
          <a:noFill/>
          <a:ln>
            <a:noFill/>
          </a:ln>
        </p:spPr>
        <p:txBody>
          <a:bodyPr spcFirstLastPara="1" wrap="square" lIns="455425" tIns="455425" rIns="455425" bIns="455425" anchor="ctr" anchorCtr="0">
            <a:normAutofit/>
          </a:bodyPr>
          <a:lstStyle>
            <a:lvl1pPr lvl="0" algn="r">
              <a:buNone/>
              <a:defRPr sz="5000">
                <a:solidFill>
                  <a:schemeClr val="dk2"/>
                </a:solidFill>
              </a:defRPr>
            </a:lvl1pPr>
            <a:lvl2pPr lvl="1" algn="r">
              <a:buNone/>
              <a:defRPr sz="5000">
                <a:solidFill>
                  <a:schemeClr val="dk2"/>
                </a:solidFill>
              </a:defRPr>
            </a:lvl2pPr>
            <a:lvl3pPr lvl="2" algn="r">
              <a:buNone/>
              <a:defRPr sz="5000">
                <a:solidFill>
                  <a:schemeClr val="dk2"/>
                </a:solidFill>
              </a:defRPr>
            </a:lvl3pPr>
            <a:lvl4pPr lvl="3" algn="r">
              <a:buNone/>
              <a:defRPr sz="5000">
                <a:solidFill>
                  <a:schemeClr val="dk2"/>
                </a:solidFill>
              </a:defRPr>
            </a:lvl4pPr>
            <a:lvl5pPr lvl="4" algn="r">
              <a:buNone/>
              <a:defRPr sz="5000">
                <a:solidFill>
                  <a:schemeClr val="dk2"/>
                </a:solidFill>
              </a:defRPr>
            </a:lvl5pPr>
            <a:lvl6pPr lvl="5" algn="r">
              <a:buNone/>
              <a:defRPr sz="5000">
                <a:solidFill>
                  <a:schemeClr val="dk2"/>
                </a:solidFill>
              </a:defRPr>
            </a:lvl6pPr>
            <a:lvl7pPr lvl="6" algn="r">
              <a:buNone/>
              <a:defRPr sz="5000">
                <a:solidFill>
                  <a:schemeClr val="dk2"/>
                </a:solidFill>
              </a:defRPr>
            </a:lvl7pPr>
            <a:lvl8pPr lvl="7" algn="r">
              <a:buNone/>
              <a:defRPr sz="5000">
                <a:solidFill>
                  <a:schemeClr val="dk2"/>
                </a:solidFill>
              </a:defRPr>
            </a:lvl8pPr>
            <a:lvl9pPr lvl="8" algn="r">
              <a:buNone/>
              <a:defRPr sz="5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53"/>
        <p:cNvGrpSpPr/>
        <p:nvPr/>
      </p:nvGrpSpPr>
      <p:grpSpPr>
        <a:xfrm>
          <a:off x="0" y="0"/>
          <a:ext cx="0" cy="0"/>
          <a:chOff x="0" y="0"/>
          <a:chExt cx="0" cy="0"/>
        </a:xfrm>
      </p:grpSpPr>
      <p:pic>
        <p:nvPicPr>
          <p:cNvPr id="8" name="Immagine 7">
            <a:extLst>
              <a:ext uri="{FF2B5EF4-FFF2-40B4-BE49-F238E27FC236}">
                <a16:creationId xmlns:a16="http://schemas.microsoft.com/office/drawing/2014/main" id="{2C37EFF1-C2E2-916F-61AA-71E880926631}"/>
              </a:ext>
            </a:extLst>
          </p:cNvPr>
          <p:cNvPicPr>
            <a:picLocks noChangeAspect="1"/>
          </p:cNvPicPr>
          <p:nvPr/>
        </p:nvPicPr>
        <p:blipFill>
          <a:blip r:embed="rId3"/>
          <a:stretch>
            <a:fillRect/>
          </a:stretch>
        </p:blipFill>
        <p:spPr>
          <a:xfrm>
            <a:off x="706627" y="22584623"/>
            <a:ext cx="14689217" cy="10787807"/>
          </a:xfrm>
          <a:prstGeom prst="rect">
            <a:avLst/>
          </a:prstGeom>
        </p:spPr>
      </p:pic>
      <p:sp>
        <p:nvSpPr>
          <p:cNvPr id="55" name="Google Shape;55;p13"/>
          <p:cNvSpPr txBox="1"/>
          <p:nvPr/>
        </p:nvSpPr>
        <p:spPr>
          <a:xfrm>
            <a:off x="1060250" y="22371025"/>
            <a:ext cx="13463400" cy="10966500"/>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buClr>
                <a:schemeClr val="dk2"/>
              </a:buClr>
              <a:buSzPts val="4000"/>
            </a:pPr>
            <a:endParaRPr sz="4000" dirty="0">
              <a:solidFill>
                <a:schemeClr val="dk2"/>
              </a:solidFill>
            </a:endParaRPr>
          </a:p>
        </p:txBody>
      </p:sp>
      <p:sp>
        <p:nvSpPr>
          <p:cNvPr id="56" name="Google Shape;56;p13"/>
          <p:cNvSpPr txBox="1"/>
          <p:nvPr/>
        </p:nvSpPr>
        <p:spPr>
          <a:xfrm>
            <a:off x="-169776" y="923446"/>
            <a:ext cx="29349900" cy="1273200"/>
          </a:xfrm>
          <a:prstGeom prst="rect">
            <a:avLst/>
          </a:prstGeom>
          <a:noFill/>
          <a:ln>
            <a:noFill/>
          </a:ln>
        </p:spPr>
        <p:txBody>
          <a:bodyPr spcFirstLastPara="1" wrap="square" lIns="101925" tIns="101925" rIns="101925" bIns="101925" anchor="t" anchorCtr="0">
            <a:noAutofit/>
          </a:bodyPr>
          <a:lstStyle/>
          <a:p>
            <a:pPr lvl="0" algn="ctr">
              <a:lnSpc>
                <a:spcPct val="85000"/>
              </a:lnSpc>
            </a:pPr>
            <a:r>
              <a:rPr lang="en-US" sz="8000" dirty="0"/>
              <a:t>From Censorship to Detoxification: </a:t>
            </a:r>
          </a:p>
          <a:p>
            <a:pPr lvl="0" algn="ctr">
              <a:lnSpc>
                <a:spcPct val="85000"/>
              </a:lnSpc>
            </a:pPr>
            <a:r>
              <a:rPr lang="en-US" sz="8000" dirty="0"/>
              <a:t>Rewriting of Harmful Meme </a:t>
            </a:r>
            <a:endParaRPr sz="8000" dirty="0">
              <a:solidFill>
                <a:srgbClr val="143264"/>
              </a:solidFill>
            </a:endParaRPr>
          </a:p>
        </p:txBody>
      </p:sp>
      <p:sp>
        <p:nvSpPr>
          <p:cNvPr id="57" name="Google Shape;57;p13"/>
          <p:cNvSpPr txBox="1"/>
          <p:nvPr/>
        </p:nvSpPr>
        <p:spPr>
          <a:xfrm>
            <a:off x="15576250" y="4725969"/>
            <a:ext cx="13500000" cy="10368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dirty="0">
                <a:solidFill>
                  <a:srgbClr val="143264"/>
                </a:solidFill>
              </a:rPr>
              <a:t>Validation</a:t>
            </a:r>
            <a:endParaRPr sz="3600" b="1" dirty="0">
              <a:solidFill>
                <a:srgbClr val="143264"/>
              </a:solidFill>
            </a:endParaRPr>
          </a:p>
        </p:txBody>
      </p:sp>
      <p:sp>
        <p:nvSpPr>
          <p:cNvPr id="58" name="Google Shape;58;p13"/>
          <p:cNvSpPr txBox="1"/>
          <p:nvPr/>
        </p:nvSpPr>
        <p:spPr>
          <a:xfrm>
            <a:off x="1005174" y="10708025"/>
            <a:ext cx="13500000" cy="10269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Clr>
                <a:schemeClr val="dk1"/>
              </a:buClr>
              <a:buSzPts val="1100"/>
              <a:buFont typeface="Arial"/>
              <a:buNone/>
            </a:pPr>
            <a:r>
              <a:rPr lang="en" sz="4900" b="1" dirty="0">
                <a:solidFill>
                  <a:srgbClr val="143264"/>
                </a:solidFill>
              </a:rPr>
              <a:t>Related works</a:t>
            </a:r>
            <a:endParaRPr sz="3600" b="1" dirty="0">
              <a:solidFill>
                <a:srgbClr val="143264"/>
              </a:solidFill>
            </a:endParaRPr>
          </a:p>
          <a:p>
            <a:pPr marL="0" lvl="0" indent="0" algn="l" rtl="0">
              <a:spcBef>
                <a:spcPts val="0"/>
              </a:spcBef>
              <a:spcAft>
                <a:spcPts val="0"/>
              </a:spcAft>
              <a:buNone/>
            </a:pPr>
            <a:endParaRPr sz="4900" b="1" dirty="0">
              <a:solidFill>
                <a:srgbClr val="143264"/>
              </a:solidFill>
            </a:endParaRPr>
          </a:p>
        </p:txBody>
      </p:sp>
      <p:sp>
        <p:nvSpPr>
          <p:cNvPr id="59" name="Google Shape;59;p13"/>
          <p:cNvSpPr txBox="1"/>
          <p:nvPr/>
        </p:nvSpPr>
        <p:spPr>
          <a:xfrm>
            <a:off x="720894" y="3074903"/>
            <a:ext cx="29349900" cy="870900"/>
          </a:xfrm>
          <a:prstGeom prst="rect">
            <a:avLst/>
          </a:prstGeom>
          <a:noFill/>
          <a:ln>
            <a:noFill/>
          </a:ln>
        </p:spPr>
        <p:txBody>
          <a:bodyPr spcFirstLastPara="1" wrap="square" lIns="101925" tIns="101925" rIns="101925" bIns="101925" anchor="t" anchorCtr="0">
            <a:noAutofit/>
          </a:bodyPr>
          <a:lstStyle/>
          <a:p>
            <a:pPr marL="0" lvl="0" indent="0" algn="ctr" rtl="0">
              <a:lnSpc>
                <a:spcPct val="115000"/>
              </a:lnSpc>
              <a:spcBef>
                <a:spcPts val="0"/>
              </a:spcBef>
              <a:spcAft>
                <a:spcPts val="0"/>
              </a:spcAft>
              <a:buNone/>
            </a:pPr>
            <a:r>
              <a:rPr lang="en" sz="4500" dirty="0">
                <a:solidFill>
                  <a:schemeClr val="dk1"/>
                </a:solidFill>
              </a:rPr>
              <a:t>Alex Dell’Orto, Christian Garzone, Dario Liuzzo</a:t>
            </a:r>
            <a:endParaRPr sz="4500" baseline="30000" dirty="0">
              <a:solidFill>
                <a:schemeClr val="dk1"/>
              </a:solidFill>
            </a:endParaRPr>
          </a:p>
        </p:txBody>
      </p:sp>
      <p:sp>
        <p:nvSpPr>
          <p:cNvPr id="60" name="Google Shape;60;p13"/>
          <p:cNvSpPr txBox="1"/>
          <p:nvPr/>
        </p:nvSpPr>
        <p:spPr>
          <a:xfrm>
            <a:off x="546546" y="3848504"/>
            <a:ext cx="29349900" cy="736500"/>
          </a:xfrm>
          <a:prstGeom prst="rect">
            <a:avLst/>
          </a:prstGeom>
          <a:noFill/>
          <a:ln>
            <a:noFill/>
          </a:ln>
        </p:spPr>
        <p:txBody>
          <a:bodyPr spcFirstLastPara="1" wrap="square" lIns="101925" tIns="101925" rIns="101925" bIns="101925" anchor="t" anchorCtr="0">
            <a:noAutofit/>
          </a:bodyPr>
          <a:lstStyle/>
          <a:p>
            <a:pPr marL="0" lvl="0" indent="0" algn="ctr" rtl="0">
              <a:lnSpc>
                <a:spcPct val="115000"/>
              </a:lnSpc>
              <a:spcBef>
                <a:spcPts val="0"/>
              </a:spcBef>
              <a:spcAft>
                <a:spcPts val="0"/>
              </a:spcAft>
              <a:buNone/>
            </a:pPr>
            <a:r>
              <a:rPr lang="en" sz="3600" dirty="0">
                <a:solidFill>
                  <a:schemeClr val="dk1"/>
                </a:solidFill>
              </a:rPr>
              <a:t>Group 31</a:t>
            </a:r>
            <a:endParaRPr sz="3600" dirty="0">
              <a:solidFill>
                <a:schemeClr val="dk1"/>
              </a:solidFill>
            </a:endParaRPr>
          </a:p>
        </p:txBody>
      </p:sp>
      <p:sp>
        <p:nvSpPr>
          <p:cNvPr id="61" name="Google Shape;61;p13"/>
          <p:cNvSpPr txBox="1"/>
          <p:nvPr/>
        </p:nvSpPr>
        <p:spPr>
          <a:xfrm>
            <a:off x="15194650" y="38258750"/>
            <a:ext cx="14263200" cy="3841800"/>
          </a:xfrm>
          <a:prstGeom prst="rect">
            <a:avLst/>
          </a:prstGeom>
          <a:noFill/>
          <a:ln>
            <a:noFill/>
          </a:ln>
        </p:spPr>
        <p:txBody>
          <a:bodyPr spcFirstLastPara="1" wrap="square" lIns="101925" tIns="101925" rIns="101925" bIns="101925" anchor="b" anchorCtr="0">
            <a:noAutofit/>
          </a:bodyPr>
          <a:lstStyle/>
          <a:p>
            <a:pPr marL="508000" lvl="0" indent="0" algn="l" rtl="0">
              <a:spcBef>
                <a:spcPts val="0"/>
              </a:spcBef>
              <a:spcAft>
                <a:spcPts val="0"/>
              </a:spcAft>
              <a:buNone/>
            </a:pPr>
            <a:r>
              <a:rPr lang="en" sz="3400" b="1" dirty="0">
                <a:solidFill>
                  <a:srgbClr val="143264"/>
                </a:solidFill>
              </a:rPr>
              <a:t>References</a:t>
            </a:r>
            <a:r>
              <a:rPr sz="3400" b="1" dirty="0">
                <a:solidFill>
                  <a:srgbClr val="143264"/>
                </a:solidFill>
              </a:rPr>
              <a:t> </a:t>
            </a:r>
            <a:endParaRPr lang="it-IT" sz="3400" b="1" dirty="0">
              <a:solidFill>
                <a:srgbClr val="143264"/>
              </a:solidFill>
            </a:endParaRPr>
          </a:p>
          <a:p>
            <a:pPr marL="508000" lvl="0" indent="0" algn="l" rtl="0">
              <a:spcBef>
                <a:spcPts val="0"/>
              </a:spcBef>
              <a:spcAft>
                <a:spcPts val="0"/>
              </a:spcAft>
              <a:buNone/>
            </a:pPr>
            <a:r>
              <a:rPr lang="en" sz="2400" dirty="0">
                <a:solidFill>
                  <a:srgbClr val="143264"/>
                </a:solidFill>
              </a:rPr>
              <a:t>[1]</a:t>
            </a:r>
            <a:endParaRPr sz="2400" dirty="0">
              <a:solidFill>
                <a:srgbClr val="143264"/>
              </a:solidFill>
            </a:endParaRPr>
          </a:p>
          <a:p>
            <a:pPr marL="508000" lvl="0" indent="0" algn="l" rtl="0">
              <a:spcBef>
                <a:spcPts val="0"/>
              </a:spcBef>
              <a:spcAft>
                <a:spcPts val="0"/>
              </a:spcAft>
              <a:buNone/>
            </a:pPr>
            <a:r>
              <a:rPr lang="en" sz="2400" dirty="0">
                <a:solidFill>
                  <a:srgbClr val="143264"/>
                </a:solidFill>
              </a:rPr>
              <a:t>[2]</a:t>
            </a:r>
            <a:endParaRPr sz="2400" dirty="0">
              <a:solidFill>
                <a:srgbClr val="143264"/>
              </a:solidFill>
            </a:endParaRPr>
          </a:p>
          <a:p>
            <a:pPr marL="508000" lvl="0" indent="0" algn="l" rtl="0">
              <a:spcBef>
                <a:spcPts val="0"/>
              </a:spcBef>
              <a:spcAft>
                <a:spcPts val="0"/>
              </a:spcAft>
              <a:buNone/>
            </a:pPr>
            <a:r>
              <a:rPr lang="en" sz="2400" dirty="0">
                <a:solidFill>
                  <a:srgbClr val="143264"/>
                </a:solidFill>
              </a:rPr>
              <a:t>[3]</a:t>
            </a:r>
            <a:endParaRPr sz="2400" dirty="0">
              <a:solidFill>
                <a:srgbClr val="143264"/>
              </a:solidFill>
            </a:endParaRPr>
          </a:p>
          <a:p>
            <a:pPr marL="508000" lvl="0" indent="0" algn="l" rtl="0">
              <a:spcBef>
                <a:spcPts val="0"/>
              </a:spcBef>
              <a:spcAft>
                <a:spcPts val="0"/>
              </a:spcAft>
              <a:buNone/>
            </a:pPr>
            <a:endParaRPr sz="2400" dirty="0">
              <a:solidFill>
                <a:srgbClr val="143264"/>
              </a:solidFill>
            </a:endParaRPr>
          </a:p>
        </p:txBody>
      </p:sp>
      <p:sp>
        <p:nvSpPr>
          <p:cNvPr id="62" name="Google Shape;62;p13"/>
          <p:cNvSpPr/>
          <p:nvPr/>
        </p:nvSpPr>
        <p:spPr>
          <a:xfrm>
            <a:off x="15632986" y="31290250"/>
            <a:ext cx="13716567" cy="6968500"/>
          </a:xfrm>
          <a:prstGeom prst="rect">
            <a:avLst/>
          </a:prstGeom>
          <a:solidFill>
            <a:srgbClr val="EFEFEF"/>
          </a:solidFill>
          <a:ln w="38100" cap="flat" cmpd="sng">
            <a:solidFill>
              <a:srgbClr val="EFEFEF"/>
            </a:solidFill>
            <a:prstDash val="solid"/>
            <a:round/>
            <a:headEnd type="none" w="sm" len="sm"/>
            <a:tailEnd type="none" w="sm" len="sm"/>
          </a:ln>
        </p:spPr>
        <p:txBody>
          <a:bodyPr spcFirstLastPara="1" wrap="square" lIns="101925" tIns="101925" rIns="101925" bIns="101925" anchor="ctr" anchorCtr="0">
            <a:noAutofit/>
          </a:bodyPr>
          <a:lstStyle/>
          <a:p>
            <a:pPr marL="0" lvl="0" indent="0" algn="ctr" rtl="0">
              <a:spcBef>
                <a:spcPts val="0"/>
              </a:spcBef>
              <a:spcAft>
                <a:spcPts val="0"/>
              </a:spcAft>
              <a:buNone/>
            </a:pPr>
            <a:endParaRPr sz="1600"/>
          </a:p>
        </p:txBody>
      </p:sp>
      <p:sp>
        <p:nvSpPr>
          <p:cNvPr id="63" name="Google Shape;63;p13"/>
          <p:cNvSpPr txBox="1"/>
          <p:nvPr/>
        </p:nvSpPr>
        <p:spPr>
          <a:xfrm>
            <a:off x="15770224" y="31385503"/>
            <a:ext cx="13499996" cy="11919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dirty="0">
                <a:solidFill>
                  <a:srgbClr val="143264"/>
                </a:solidFill>
              </a:rPr>
              <a:t>Conclusion</a:t>
            </a:r>
            <a:endParaRPr sz="3600" b="1" dirty="0">
              <a:solidFill>
                <a:srgbClr val="143264"/>
              </a:solidFill>
            </a:endParaRPr>
          </a:p>
        </p:txBody>
      </p:sp>
      <p:sp>
        <p:nvSpPr>
          <p:cNvPr id="64" name="Google Shape;64;p13"/>
          <p:cNvSpPr/>
          <p:nvPr/>
        </p:nvSpPr>
        <p:spPr>
          <a:xfrm>
            <a:off x="930050" y="4604975"/>
            <a:ext cx="13716600" cy="5664737"/>
          </a:xfrm>
          <a:prstGeom prst="rect">
            <a:avLst/>
          </a:prstGeom>
          <a:solidFill>
            <a:srgbClr val="EFEFEF"/>
          </a:solidFill>
          <a:ln w="38100" cap="flat" cmpd="sng">
            <a:solidFill>
              <a:srgbClr val="EFEFEF"/>
            </a:solidFill>
            <a:prstDash val="solid"/>
            <a:round/>
            <a:headEnd type="none" w="sm" len="sm"/>
            <a:tailEnd type="none" w="sm" len="sm"/>
          </a:ln>
        </p:spPr>
        <p:txBody>
          <a:bodyPr spcFirstLastPara="1" wrap="square" lIns="101925" tIns="101925" rIns="101925" bIns="101925" anchor="ctr" anchorCtr="0">
            <a:noAutofit/>
          </a:bodyPr>
          <a:lstStyle/>
          <a:p>
            <a:pPr marL="0" lvl="0" indent="0" algn="ctr" rtl="0">
              <a:spcBef>
                <a:spcPts val="0"/>
              </a:spcBef>
              <a:spcAft>
                <a:spcPts val="0"/>
              </a:spcAft>
              <a:buNone/>
            </a:pPr>
            <a:endParaRPr sz="1600"/>
          </a:p>
        </p:txBody>
      </p:sp>
      <p:sp>
        <p:nvSpPr>
          <p:cNvPr id="65" name="Google Shape;65;p13"/>
          <p:cNvSpPr txBox="1"/>
          <p:nvPr/>
        </p:nvSpPr>
        <p:spPr>
          <a:xfrm>
            <a:off x="1041949" y="4636024"/>
            <a:ext cx="13500000" cy="10269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dirty="0">
                <a:solidFill>
                  <a:srgbClr val="143264"/>
                </a:solidFill>
              </a:rPr>
              <a:t>Problem definition</a:t>
            </a:r>
            <a:endParaRPr sz="3600" b="1" dirty="0">
              <a:solidFill>
                <a:srgbClr val="143264"/>
              </a:solidFill>
            </a:endParaRPr>
          </a:p>
        </p:txBody>
      </p:sp>
      <p:sp>
        <p:nvSpPr>
          <p:cNvPr id="66" name="Google Shape;66;p13"/>
          <p:cNvSpPr txBox="1"/>
          <p:nvPr/>
        </p:nvSpPr>
        <p:spPr>
          <a:xfrm>
            <a:off x="1041950" y="41109225"/>
            <a:ext cx="91485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43264"/>
                </a:solidFill>
              </a:rPr>
              <a:t>EE-559: Deep Learning, 2026</a:t>
            </a:r>
            <a:endParaRPr sz="4000">
              <a:solidFill>
                <a:srgbClr val="143264"/>
              </a:solidFill>
            </a:endParaRPr>
          </a:p>
        </p:txBody>
      </p:sp>
      <p:sp>
        <p:nvSpPr>
          <p:cNvPr id="67" name="Google Shape;67;p13"/>
          <p:cNvSpPr txBox="1"/>
          <p:nvPr/>
        </p:nvSpPr>
        <p:spPr>
          <a:xfrm>
            <a:off x="1005174" y="21499116"/>
            <a:ext cx="13500000" cy="10269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a:solidFill>
                  <a:srgbClr val="143264"/>
                </a:solidFill>
              </a:rPr>
              <a:t>Method</a:t>
            </a:r>
            <a:endParaRPr sz="3600" b="1">
              <a:solidFill>
                <a:srgbClr val="143264"/>
              </a:solidFill>
            </a:endParaRPr>
          </a:p>
        </p:txBody>
      </p:sp>
      <p:sp>
        <p:nvSpPr>
          <p:cNvPr id="69" name="Google Shape;69;p13"/>
          <p:cNvSpPr txBox="1"/>
          <p:nvPr/>
        </p:nvSpPr>
        <p:spPr>
          <a:xfrm>
            <a:off x="15741274" y="24882121"/>
            <a:ext cx="13500000" cy="10368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a:solidFill>
                  <a:srgbClr val="143264"/>
                </a:solidFill>
              </a:rPr>
              <a:t>Limitations</a:t>
            </a:r>
            <a:endParaRPr sz="3600" b="1">
              <a:solidFill>
                <a:srgbClr val="143264"/>
              </a:solidFill>
            </a:endParaRPr>
          </a:p>
        </p:txBody>
      </p:sp>
      <p:pic>
        <p:nvPicPr>
          <p:cNvPr id="70" name="Google Shape;70;p13"/>
          <p:cNvPicPr preferRelativeResize="0"/>
          <p:nvPr/>
        </p:nvPicPr>
        <p:blipFill>
          <a:blip r:embed="rId4">
            <a:alphaModFix/>
          </a:blip>
          <a:stretch>
            <a:fillRect/>
          </a:stretch>
        </p:blipFill>
        <p:spPr>
          <a:xfrm>
            <a:off x="1005175" y="1092669"/>
            <a:ext cx="3562148" cy="953302"/>
          </a:xfrm>
          <a:prstGeom prst="rect">
            <a:avLst/>
          </a:prstGeom>
          <a:noFill/>
          <a:ln>
            <a:noFill/>
          </a:ln>
        </p:spPr>
      </p:pic>
      <p:sp>
        <p:nvSpPr>
          <p:cNvPr id="71" name="Google Shape;71;p13"/>
          <p:cNvSpPr txBox="1"/>
          <p:nvPr/>
        </p:nvSpPr>
        <p:spPr>
          <a:xfrm>
            <a:off x="1041949" y="5657131"/>
            <a:ext cx="13463400" cy="4338272"/>
          </a:xfrm>
          <a:prstGeom prst="rect">
            <a:avLst/>
          </a:prstGeom>
          <a:noFill/>
          <a:ln>
            <a:noFill/>
          </a:ln>
        </p:spPr>
        <p:txBody>
          <a:bodyPr spcFirstLastPara="1" wrap="square" lIns="91425" tIns="91425" rIns="91425" bIns="91425" anchor="t" anchorCtr="0">
            <a:noAutofit/>
          </a:bodyPr>
          <a:lstStyle/>
          <a:p>
            <a:pPr lvl="0">
              <a:buClr>
                <a:schemeClr val="dk2"/>
              </a:buClr>
              <a:buSzPts val="4000"/>
            </a:pPr>
            <a:r>
              <a:rPr lang="en-GB" sz="3800" dirty="0"/>
              <a:t>Harmful memes combine image and text to spread offensive content across both online platforms and physical spaces. Existing moderation relies on censorship such as blurring or removing content after exposure. This project proposes </a:t>
            </a:r>
            <a:r>
              <a:rPr lang="en-GB" sz="3800" b="1" dirty="0"/>
              <a:t>text detoxification</a:t>
            </a:r>
            <a:r>
              <a:rPr lang="en-GB" sz="3800" dirty="0"/>
              <a:t>: rewriting harmful meme text in real-time while preserving its meaning and visual coherence, enabling proactive moderation without erasure.</a:t>
            </a:r>
            <a:endParaRPr sz="3800" dirty="0">
              <a:solidFill>
                <a:schemeClr val="dk2"/>
              </a:solidFill>
            </a:endParaRPr>
          </a:p>
        </p:txBody>
      </p:sp>
      <p:sp>
        <p:nvSpPr>
          <p:cNvPr id="72" name="Google Shape;72;p13"/>
          <p:cNvSpPr txBox="1"/>
          <p:nvPr/>
        </p:nvSpPr>
        <p:spPr>
          <a:xfrm>
            <a:off x="1023475" y="11626834"/>
            <a:ext cx="13463400" cy="8227800"/>
          </a:xfrm>
          <a:prstGeom prst="rect">
            <a:avLst/>
          </a:prstGeom>
          <a:noFill/>
          <a:ln>
            <a:noFill/>
          </a:ln>
        </p:spPr>
        <p:txBody>
          <a:bodyPr spcFirstLastPara="1" wrap="square" lIns="91425" tIns="91425" rIns="91425" bIns="91425" anchor="t" anchorCtr="0">
            <a:noAutofit/>
          </a:bodyPr>
          <a:lstStyle/>
          <a:p>
            <a:pPr marL="571500" indent="-571500">
              <a:buFont typeface="Wingdings" panose="05000000000000000000" pitchFamily="2" charset="2"/>
              <a:buChar char="§"/>
            </a:pPr>
            <a:r>
              <a:rPr lang="en-GB" sz="4000" b="1" dirty="0"/>
              <a:t>Hateful meme detection: </a:t>
            </a:r>
            <a:r>
              <a:rPr lang="en-GB" sz="3400" dirty="0"/>
              <a:t>the dominant line of work frames this as a </a:t>
            </a:r>
            <a:r>
              <a:rPr lang="en-GB" sz="3400" i="1" dirty="0"/>
              <a:t>classification problem</a:t>
            </a:r>
            <a:r>
              <a:rPr lang="en-GB" sz="3400" dirty="0"/>
              <a:t>: Kiela et al.'s Hateful Memes challenge (2020) showed that multimodal fusion models (</a:t>
            </a:r>
            <a:r>
              <a:rPr lang="en-GB" sz="3400" dirty="0" err="1"/>
              <a:t>VisualBERT</a:t>
            </a:r>
            <a:r>
              <a:rPr lang="en-GB" sz="3400" dirty="0"/>
              <a:t>, CLIP-based) clearly outperform unimodal baselines. All these approaches detect and remove, while </a:t>
            </a:r>
            <a:r>
              <a:rPr lang="en-GB" sz="3400" b="1" dirty="0"/>
              <a:t>none attempt to preserve meaning</a:t>
            </a:r>
            <a:r>
              <a:rPr lang="en-GB" sz="3400" dirty="0"/>
              <a:t>.</a:t>
            </a:r>
          </a:p>
          <a:p>
            <a:pPr marL="571500" indent="-571500">
              <a:buFont typeface="Wingdings" panose="05000000000000000000" pitchFamily="2" charset="2"/>
              <a:buChar char="§"/>
            </a:pPr>
            <a:endParaRPr lang="en-GB" sz="3600" dirty="0"/>
          </a:p>
          <a:p>
            <a:pPr marL="571500" indent="-571500">
              <a:buFont typeface="Wingdings" panose="05000000000000000000" pitchFamily="2" charset="2"/>
              <a:buChar char="§"/>
            </a:pPr>
            <a:r>
              <a:rPr lang="en-GB" sz="4000" b="1" dirty="0"/>
              <a:t>Text detoxification / style transfer:</a:t>
            </a:r>
            <a:r>
              <a:rPr lang="en-GB" sz="4000" dirty="0"/>
              <a:t> </a:t>
            </a:r>
            <a:r>
              <a:rPr lang="en-GB" sz="3400" dirty="0" err="1"/>
              <a:t>ParaDetox</a:t>
            </a:r>
            <a:r>
              <a:rPr lang="en-GB" sz="3400" dirty="0"/>
              <a:t> (</a:t>
            </a:r>
            <a:r>
              <a:rPr lang="en-GB" sz="3400" dirty="0" err="1"/>
              <a:t>Logacheva</a:t>
            </a:r>
            <a:r>
              <a:rPr lang="en-GB" sz="3400" dirty="0"/>
              <a:t> et al., 2022) formulated toxicity as a style attribute and trained seq2seq models (BART, T5) to rewrite toxic sentences neutrally. However, </a:t>
            </a:r>
            <a:r>
              <a:rPr lang="en-GB" sz="3400" b="1" dirty="0"/>
              <a:t>it operates on plain text only, ignoring the visual context that gives meme text its meaning</a:t>
            </a:r>
            <a:r>
              <a:rPr lang="en-GB" sz="3400" dirty="0"/>
              <a:t>.</a:t>
            </a:r>
          </a:p>
          <a:p>
            <a:pPr marL="571500" indent="-571500">
              <a:buFont typeface="Wingdings" panose="05000000000000000000" pitchFamily="2" charset="2"/>
              <a:buChar char="q"/>
            </a:pPr>
            <a:endParaRPr lang="en-GB" sz="3600" dirty="0"/>
          </a:p>
          <a:p>
            <a:r>
              <a:rPr lang="en-GB" sz="3400" dirty="0"/>
              <a:t>We fill this gap by leveraging </a:t>
            </a:r>
            <a:r>
              <a:rPr lang="en-GB" sz="3400" b="1" dirty="0" err="1"/>
              <a:t>LLaVA</a:t>
            </a:r>
            <a:r>
              <a:rPr lang="en-GB" sz="3400" b="1" dirty="0"/>
              <a:t>-Next's multimodal understanding as a teacher</a:t>
            </a:r>
            <a:r>
              <a:rPr lang="en-GB" sz="3400" dirty="0"/>
              <a:t> to distil detoxification capability into a </a:t>
            </a:r>
            <a:r>
              <a:rPr lang="en-GB" sz="3400" b="1" dirty="0"/>
              <a:t>lightweight BART-large student</a:t>
            </a:r>
            <a:r>
              <a:rPr lang="en-GB" sz="3400" dirty="0"/>
              <a:t>, enabling </a:t>
            </a:r>
            <a:r>
              <a:rPr lang="en-GB" sz="3400" b="1" dirty="0"/>
              <a:t>context-aware rewriting</a:t>
            </a:r>
            <a:r>
              <a:rPr lang="en-GB" sz="3400" dirty="0"/>
              <a:t>.</a:t>
            </a:r>
          </a:p>
        </p:txBody>
      </p:sp>
      <p:sp>
        <p:nvSpPr>
          <p:cNvPr id="73" name="Google Shape;73;p13"/>
          <p:cNvSpPr txBox="1"/>
          <p:nvPr/>
        </p:nvSpPr>
        <p:spPr>
          <a:xfrm>
            <a:off x="15759575" y="5662925"/>
            <a:ext cx="13463400" cy="18714600"/>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endParaRPr lang="it-IT" sz="4000" dirty="0">
              <a:solidFill>
                <a:schemeClr val="dk2"/>
              </a:solidFill>
            </a:endParaRPr>
          </a:p>
          <a:p>
            <a:pPr lvl="0" algn="l" rtl="0">
              <a:spcBef>
                <a:spcPts val="0"/>
              </a:spcBef>
              <a:spcAft>
                <a:spcPts val="0"/>
              </a:spcAft>
              <a:buClr>
                <a:schemeClr val="dk2"/>
              </a:buClr>
              <a:buSzPts val="4000"/>
            </a:pPr>
            <a:r>
              <a:rPr lang="it-IT" sz="4000" dirty="0">
                <a:solidFill>
                  <a:schemeClr val="dk2"/>
                </a:solidFill>
              </a:rPr>
              <a:t> 				</a:t>
            </a:r>
            <a:endParaRPr sz="4000" dirty="0">
              <a:solidFill>
                <a:schemeClr val="dk2"/>
              </a:solidFill>
            </a:endParaRPr>
          </a:p>
        </p:txBody>
      </p:sp>
      <p:sp>
        <p:nvSpPr>
          <p:cNvPr id="74" name="Google Shape;74;p13"/>
          <p:cNvSpPr txBox="1"/>
          <p:nvPr/>
        </p:nvSpPr>
        <p:spPr>
          <a:xfrm>
            <a:off x="15759575" y="25766525"/>
            <a:ext cx="13463400" cy="4953900"/>
          </a:xfrm>
          <a:prstGeom prst="rect">
            <a:avLst/>
          </a:prstGeom>
          <a:noFill/>
          <a:ln>
            <a:noFill/>
          </a:ln>
        </p:spPr>
        <p:txBody>
          <a:bodyPr spcFirstLastPara="1" wrap="square" lIns="91425" tIns="91425" rIns="91425" bIns="91425" anchor="t" anchorCtr="0">
            <a:noAutofit/>
          </a:bodyPr>
          <a:lstStyle/>
          <a:p>
            <a:pPr marL="571500" lvl="0" indent="-571500" algn="l" rtl="0">
              <a:lnSpc>
                <a:spcPct val="150000"/>
              </a:lnSpc>
              <a:spcBef>
                <a:spcPts val="0"/>
              </a:spcBef>
              <a:spcAft>
                <a:spcPts val="0"/>
              </a:spcAft>
              <a:buClr>
                <a:schemeClr val="dk2"/>
              </a:buClr>
              <a:buSzPts val="4000"/>
              <a:buFont typeface="Wingdings" panose="05000000000000000000" pitchFamily="2" charset="2"/>
              <a:buChar char="§"/>
            </a:pPr>
            <a:r>
              <a:rPr lang="it-IT" sz="4000" dirty="0">
                <a:solidFill>
                  <a:schemeClr val="tx1"/>
                </a:solidFill>
              </a:rPr>
              <a:t>Dataset </a:t>
            </a:r>
            <a:r>
              <a:rPr lang="it-IT" sz="4000" dirty="0" err="1">
                <a:solidFill>
                  <a:schemeClr val="tx1"/>
                </a:solidFill>
              </a:rPr>
              <a:t>noise</a:t>
            </a:r>
            <a:r>
              <a:rPr lang="it-IT" sz="4000" dirty="0">
                <a:solidFill>
                  <a:schemeClr val="tx1"/>
                </a:solidFill>
              </a:rPr>
              <a:t> and </a:t>
            </a:r>
            <a:r>
              <a:rPr lang="it-IT" sz="4000" dirty="0" err="1">
                <a:solidFill>
                  <a:schemeClr val="tx1"/>
                </a:solidFill>
              </a:rPr>
              <a:t>hetereogenity</a:t>
            </a:r>
            <a:endParaRPr lang="it-IT" sz="4000" dirty="0">
              <a:solidFill>
                <a:schemeClr val="tx1"/>
              </a:solidFill>
            </a:endParaRPr>
          </a:p>
          <a:p>
            <a:pPr marL="571500" lvl="0" indent="-571500" algn="l" rtl="0">
              <a:lnSpc>
                <a:spcPct val="150000"/>
              </a:lnSpc>
              <a:spcBef>
                <a:spcPts val="0"/>
              </a:spcBef>
              <a:spcAft>
                <a:spcPts val="0"/>
              </a:spcAft>
              <a:buClr>
                <a:schemeClr val="dk2"/>
              </a:buClr>
              <a:buSzPts val="4000"/>
              <a:buFont typeface="Wingdings" panose="05000000000000000000" pitchFamily="2" charset="2"/>
              <a:buChar char="§"/>
            </a:pPr>
            <a:r>
              <a:rPr lang="it-IT" sz="4000" dirty="0">
                <a:solidFill>
                  <a:schemeClr val="tx1"/>
                </a:solidFill>
              </a:rPr>
              <a:t>Pseudo-label </a:t>
            </a:r>
            <a:r>
              <a:rPr lang="it-IT" sz="4000" dirty="0" err="1">
                <a:solidFill>
                  <a:schemeClr val="tx1"/>
                </a:solidFill>
              </a:rPr>
              <a:t>dependence</a:t>
            </a:r>
            <a:endParaRPr lang="it-IT" sz="4000" dirty="0">
              <a:solidFill>
                <a:schemeClr val="tx1"/>
              </a:solidFill>
            </a:endParaRPr>
          </a:p>
          <a:p>
            <a:pPr marL="571500" lvl="0" indent="-571500" algn="l" rtl="0">
              <a:lnSpc>
                <a:spcPct val="150000"/>
              </a:lnSpc>
              <a:spcBef>
                <a:spcPts val="0"/>
              </a:spcBef>
              <a:spcAft>
                <a:spcPts val="0"/>
              </a:spcAft>
              <a:buClr>
                <a:schemeClr val="dk2"/>
              </a:buClr>
              <a:buSzPts val="4000"/>
              <a:buFont typeface="Wingdings" panose="05000000000000000000" pitchFamily="2" charset="2"/>
              <a:buChar char="§"/>
            </a:pPr>
            <a:r>
              <a:rPr lang="it-IT" sz="4000" dirty="0">
                <a:solidFill>
                  <a:schemeClr val="tx1"/>
                </a:solidFill>
              </a:rPr>
              <a:t>Limited visual grounding </a:t>
            </a:r>
            <a:r>
              <a:rPr lang="it-IT" sz="4000" dirty="0" err="1">
                <a:solidFill>
                  <a:schemeClr val="tx1"/>
                </a:solidFill>
              </a:rPr>
              <a:t>at</a:t>
            </a:r>
            <a:r>
              <a:rPr lang="it-IT" sz="4000" dirty="0">
                <a:solidFill>
                  <a:schemeClr val="tx1"/>
                </a:solidFill>
              </a:rPr>
              <a:t> </a:t>
            </a:r>
            <a:r>
              <a:rPr lang="it-IT" sz="4000" dirty="0" err="1">
                <a:solidFill>
                  <a:schemeClr val="tx1"/>
                </a:solidFill>
              </a:rPr>
              <a:t>inference</a:t>
            </a:r>
            <a:endParaRPr lang="it-IT" sz="4000" dirty="0">
              <a:solidFill>
                <a:schemeClr val="tx1"/>
              </a:solidFill>
            </a:endParaRPr>
          </a:p>
          <a:p>
            <a:pPr marL="571500" lvl="0" indent="-571500" algn="l" rtl="0">
              <a:lnSpc>
                <a:spcPct val="150000"/>
              </a:lnSpc>
              <a:spcBef>
                <a:spcPts val="0"/>
              </a:spcBef>
              <a:spcAft>
                <a:spcPts val="0"/>
              </a:spcAft>
              <a:buClr>
                <a:schemeClr val="dk2"/>
              </a:buClr>
              <a:buSzPts val="4000"/>
              <a:buFont typeface="Wingdings" panose="05000000000000000000" pitchFamily="2" charset="2"/>
              <a:buChar char="§"/>
            </a:pPr>
            <a:r>
              <a:rPr lang="it-IT" sz="4000" dirty="0" err="1">
                <a:solidFill>
                  <a:schemeClr val="tx1"/>
                </a:solidFill>
              </a:rPr>
              <a:t>Partially</a:t>
            </a:r>
            <a:r>
              <a:rPr lang="it-IT" sz="4000" dirty="0">
                <a:solidFill>
                  <a:schemeClr val="tx1"/>
                </a:solidFill>
              </a:rPr>
              <a:t> </a:t>
            </a:r>
            <a:r>
              <a:rPr lang="it-IT" sz="4000" dirty="0" err="1">
                <a:solidFill>
                  <a:schemeClr val="tx1"/>
                </a:solidFill>
              </a:rPr>
              <a:t>multimodal</a:t>
            </a:r>
            <a:r>
              <a:rPr lang="it-IT" sz="4000" dirty="0">
                <a:solidFill>
                  <a:schemeClr val="tx1"/>
                </a:solidFill>
              </a:rPr>
              <a:t> </a:t>
            </a:r>
            <a:r>
              <a:rPr lang="it-IT" sz="4000" dirty="0" err="1">
                <a:solidFill>
                  <a:schemeClr val="tx1"/>
                </a:solidFill>
              </a:rPr>
              <a:t>evaluation</a:t>
            </a:r>
            <a:endParaRPr lang="it-IT" sz="4000" dirty="0">
              <a:solidFill>
                <a:schemeClr val="tx1"/>
              </a:solidFill>
            </a:endParaRPr>
          </a:p>
          <a:p>
            <a:pPr marL="571500" lvl="0" indent="-571500" algn="l" rtl="0">
              <a:lnSpc>
                <a:spcPct val="150000"/>
              </a:lnSpc>
              <a:spcBef>
                <a:spcPts val="0"/>
              </a:spcBef>
              <a:spcAft>
                <a:spcPts val="0"/>
              </a:spcAft>
              <a:buClr>
                <a:schemeClr val="dk2"/>
              </a:buClr>
              <a:buSzPts val="4000"/>
              <a:buFont typeface="Wingdings" panose="05000000000000000000" pitchFamily="2" charset="2"/>
              <a:buChar char="§"/>
            </a:pPr>
            <a:r>
              <a:rPr lang="it-IT" sz="4000" dirty="0" err="1">
                <a:solidFill>
                  <a:schemeClr val="tx1"/>
                </a:solidFill>
              </a:rPr>
              <a:t>Unbalanced</a:t>
            </a:r>
            <a:r>
              <a:rPr lang="it-IT" sz="4000" dirty="0">
                <a:solidFill>
                  <a:schemeClr val="tx1"/>
                </a:solidFill>
              </a:rPr>
              <a:t> </a:t>
            </a:r>
            <a:r>
              <a:rPr lang="it-IT" sz="4000" dirty="0" err="1">
                <a:solidFill>
                  <a:schemeClr val="tx1"/>
                </a:solidFill>
              </a:rPr>
              <a:t>toxicity-similarity</a:t>
            </a:r>
            <a:r>
              <a:rPr lang="it-IT" sz="4000" dirty="0">
                <a:solidFill>
                  <a:schemeClr val="tx1"/>
                </a:solidFill>
              </a:rPr>
              <a:t> trade-off in proxy model</a:t>
            </a:r>
            <a:endParaRPr sz="4000" dirty="0">
              <a:solidFill>
                <a:schemeClr val="tx1"/>
              </a:solidFill>
            </a:endParaRPr>
          </a:p>
        </p:txBody>
      </p:sp>
      <p:sp>
        <p:nvSpPr>
          <p:cNvPr id="75" name="Google Shape;75;p13"/>
          <p:cNvSpPr txBox="1"/>
          <p:nvPr/>
        </p:nvSpPr>
        <p:spPr>
          <a:xfrm>
            <a:off x="15770224" y="32303732"/>
            <a:ext cx="13409900" cy="6199925"/>
          </a:xfrm>
          <a:prstGeom prst="rect">
            <a:avLst/>
          </a:prstGeom>
          <a:noFill/>
          <a:ln>
            <a:noFill/>
          </a:ln>
        </p:spPr>
        <p:txBody>
          <a:bodyPr spcFirstLastPara="1" wrap="square" lIns="91425" tIns="91425" rIns="91425" bIns="91425" anchor="t" anchorCtr="0">
            <a:noAutofit/>
          </a:bodyPr>
          <a:lstStyle/>
          <a:p>
            <a:pPr lvl="0">
              <a:buClr>
                <a:schemeClr val="dk2"/>
              </a:buClr>
              <a:buSzPts val="4000"/>
            </a:pPr>
            <a:r>
              <a:rPr lang="en-GB" sz="4000" dirty="0"/>
              <a:t>This project shows that by distilling multimodal supervision from </a:t>
            </a:r>
            <a:r>
              <a:rPr lang="en-GB" sz="4000" dirty="0" err="1"/>
              <a:t>LLaVA</a:t>
            </a:r>
            <a:r>
              <a:rPr lang="en-GB" sz="4000" dirty="0"/>
              <a:t>-Next into a lightweight BART-large student, the system achieves strong toxicity reduction while preserving semantic alignment with the original meme. Future work should improve dataset quality, strengthen multimodal grounding, and explore integration with OCR and inpainting modules to enable live rewriting of harmful text in video streams, making proactive moderation feasible in real-world physical environments.</a:t>
            </a:r>
            <a:endParaRPr sz="3800" dirty="0">
              <a:solidFill>
                <a:schemeClr val="dk2"/>
              </a:solidFill>
            </a:endParaRPr>
          </a:p>
        </p:txBody>
      </p:sp>
      <p:pic>
        <p:nvPicPr>
          <p:cNvPr id="82" name="Google Shape;82;p13"/>
          <p:cNvPicPr preferRelativeResize="0"/>
          <p:nvPr/>
        </p:nvPicPr>
        <p:blipFill>
          <a:blip r:embed="rId5">
            <a:alphaModFix/>
          </a:blip>
          <a:stretch>
            <a:fillRect/>
          </a:stretch>
        </p:blipFill>
        <p:spPr>
          <a:xfrm>
            <a:off x="26189775" y="1129790"/>
            <a:ext cx="3033211" cy="1273200"/>
          </a:xfrm>
          <a:prstGeom prst="rect">
            <a:avLst/>
          </a:prstGeom>
          <a:noFill/>
          <a:ln>
            <a:noFill/>
          </a:ln>
        </p:spPr>
      </p:pic>
      <p:grpSp>
        <p:nvGrpSpPr>
          <p:cNvPr id="2" name="Gruppo 1">
            <a:extLst>
              <a:ext uri="{FF2B5EF4-FFF2-40B4-BE49-F238E27FC236}">
                <a16:creationId xmlns:a16="http://schemas.microsoft.com/office/drawing/2014/main" id="{EC9A2F4B-E3FD-4B0D-0F43-4DE43CBBE82B}"/>
              </a:ext>
            </a:extLst>
          </p:cNvPr>
          <p:cNvGrpSpPr/>
          <p:nvPr/>
        </p:nvGrpSpPr>
        <p:grpSpPr>
          <a:xfrm>
            <a:off x="925660" y="33616969"/>
            <a:ext cx="14228134" cy="7247716"/>
            <a:chOff x="925660" y="33758416"/>
            <a:chExt cx="14228134" cy="7247716"/>
          </a:xfrm>
        </p:grpSpPr>
        <p:sp>
          <p:nvSpPr>
            <p:cNvPr id="68" name="Google Shape;68;p13"/>
            <p:cNvSpPr txBox="1"/>
            <p:nvPr/>
          </p:nvSpPr>
          <p:spPr>
            <a:xfrm>
              <a:off x="1041949" y="33758416"/>
              <a:ext cx="13500000" cy="1026900"/>
            </a:xfrm>
            <a:prstGeom prst="rect">
              <a:avLst/>
            </a:prstGeom>
            <a:noFill/>
            <a:ln>
              <a:noFill/>
            </a:ln>
          </p:spPr>
          <p:txBody>
            <a:bodyPr spcFirstLastPara="1" wrap="square" lIns="101925" tIns="101925" rIns="101925" bIns="101925" anchor="t" anchorCtr="0">
              <a:noAutofit/>
            </a:bodyPr>
            <a:lstStyle/>
            <a:p>
              <a:pPr marL="0" lvl="0" indent="0" algn="l" rtl="0">
                <a:spcBef>
                  <a:spcPts val="0"/>
                </a:spcBef>
                <a:spcAft>
                  <a:spcPts val="0"/>
                </a:spcAft>
                <a:buNone/>
              </a:pPr>
              <a:r>
                <a:rPr lang="en" sz="4900" b="1" dirty="0">
                  <a:solidFill>
                    <a:srgbClr val="143264"/>
                  </a:solidFill>
                </a:rPr>
                <a:t>Datasets</a:t>
              </a:r>
              <a:endParaRPr sz="3600" b="1" dirty="0">
                <a:solidFill>
                  <a:srgbClr val="143264"/>
                </a:solidFill>
              </a:endParaRPr>
            </a:p>
          </p:txBody>
        </p:sp>
        <p:sp>
          <p:nvSpPr>
            <p:cNvPr id="10" name="CasellaDiTesto 9">
              <a:extLst>
                <a:ext uri="{FF2B5EF4-FFF2-40B4-BE49-F238E27FC236}">
                  <a16:creationId xmlns:a16="http://schemas.microsoft.com/office/drawing/2014/main" id="{1F336441-658D-770A-5E11-B0EF3A97494B}"/>
                </a:ext>
              </a:extLst>
            </p:cNvPr>
            <p:cNvSpPr txBox="1"/>
            <p:nvPr/>
          </p:nvSpPr>
          <p:spPr>
            <a:xfrm>
              <a:off x="925660" y="34758268"/>
              <a:ext cx="14228134" cy="6247864"/>
            </a:xfrm>
            <a:prstGeom prst="rect">
              <a:avLst/>
            </a:prstGeom>
            <a:noFill/>
          </p:spPr>
          <p:txBody>
            <a:bodyPr wrap="square" rtlCol="0">
              <a:spAutoFit/>
            </a:bodyPr>
            <a:lstStyle/>
            <a:p>
              <a:pPr marL="571500" indent="-571500">
                <a:buFont typeface="Arial" panose="020B0604020202020204" pitchFamily="34" charset="0"/>
                <a:buChar char="•"/>
              </a:pPr>
              <a:r>
                <a:rPr lang="en-GB" sz="4000" b="1" dirty="0" err="1"/>
                <a:t>HarMeme</a:t>
              </a:r>
              <a:r>
                <a:rPr lang="en-GB" sz="4000" b="1" dirty="0"/>
                <a:t>: </a:t>
              </a:r>
              <a:r>
                <a:rPr lang="en-GB" sz="4000" dirty="0"/>
                <a:t>~3500 memes related to COVID-19 and US politics, manually labelled as harmful/not-harmful with associated textual claims.</a:t>
              </a:r>
            </a:p>
            <a:p>
              <a:pPr marL="571500" indent="-571500">
                <a:buFont typeface="Arial" panose="020B0604020202020204" pitchFamily="34" charset="0"/>
                <a:buChar char="•"/>
              </a:pPr>
              <a:r>
                <a:rPr lang="en-GB" sz="4000" b="1" dirty="0"/>
                <a:t>MAMI: </a:t>
              </a:r>
              <a:r>
                <a:rPr lang="en-GB" sz="4000" dirty="0"/>
                <a:t>10000 misogynist memes from Twitter.</a:t>
              </a:r>
            </a:p>
            <a:p>
              <a:pPr marL="571500" indent="-571500">
                <a:buFont typeface="Arial" panose="020B0604020202020204" pitchFamily="34" charset="0"/>
                <a:buChar char="•"/>
              </a:pPr>
              <a:r>
                <a:rPr lang="en-GB" sz="4000" b="1" dirty="0"/>
                <a:t>MMHS150K: </a:t>
              </a:r>
              <a:r>
                <a:rPr lang="en-GB" sz="4000" dirty="0"/>
                <a:t>~150000 highly heterogeneous and noisy Twitter image-text.</a:t>
              </a:r>
            </a:p>
            <a:p>
              <a:pPr marL="571500" indent="-571500">
                <a:buFont typeface="Arial" panose="020B0604020202020204" pitchFamily="34" charset="0"/>
                <a:buChar char="•"/>
              </a:pPr>
              <a:endParaRPr lang="en-GB" sz="4000" dirty="0"/>
            </a:p>
            <a:p>
              <a:r>
                <a:rPr lang="en-GB" sz="4000" dirty="0"/>
                <a:t>All </a:t>
              </a:r>
              <a:r>
                <a:rPr lang="en-GB" sz="4000" b="1" dirty="0"/>
                <a:t>filtered</a:t>
              </a:r>
              <a:r>
                <a:rPr lang="en-GB" sz="4000" dirty="0"/>
                <a:t> to retain </a:t>
              </a:r>
              <a:r>
                <a:rPr lang="en-GB" sz="4000" b="1" dirty="0"/>
                <a:t>meme-like images</a:t>
              </a:r>
              <a:r>
                <a:rPr lang="en-GB" sz="4000" dirty="0"/>
                <a:t> only. Combining them gives the model exposure to diverse toxicity types and noise levels, </a:t>
              </a:r>
              <a:r>
                <a:rPr lang="en-GB" sz="4000" i="1" dirty="0"/>
                <a:t>improving generalisation</a:t>
              </a:r>
              <a:r>
                <a:rPr lang="en-GB" sz="4000" dirty="0"/>
                <a:t>.</a:t>
              </a:r>
            </a:p>
          </p:txBody>
        </p:sp>
      </p:grpSp>
      <p:pic>
        <p:nvPicPr>
          <p:cNvPr id="12" name="Immagine 11">
            <a:extLst>
              <a:ext uri="{FF2B5EF4-FFF2-40B4-BE49-F238E27FC236}">
                <a16:creationId xmlns:a16="http://schemas.microsoft.com/office/drawing/2014/main" id="{82FD9730-FE95-F7E4-907E-6E56042C39AC}"/>
              </a:ext>
            </a:extLst>
          </p:cNvPr>
          <p:cNvPicPr>
            <a:picLocks noChangeAspect="1"/>
          </p:cNvPicPr>
          <p:nvPr/>
        </p:nvPicPr>
        <p:blipFill>
          <a:blip r:embed="rId6"/>
          <a:srcRect r="2875"/>
          <a:stretch>
            <a:fillRect/>
          </a:stretch>
        </p:blipFill>
        <p:spPr>
          <a:xfrm>
            <a:off x="15153794" y="5662924"/>
            <a:ext cx="14674950" cy="6259565"/>
          </a:xfrm>
          <a:prstGeom prst="rect">
            <a:avLst/>
          </a:prstGeom>
        </p:spPr>
      </p:pic>
      <p:pic>
        <p:nvPicPr>
          <p:cNvPr id="14" name="Immagine 13">
            <a:extLst>
              <a:ext uri="{FF2B5EF4-FFF2-40B4-BE49-F238E27FC236}">
                <a16:creationId xmlns:a16="http://schemas.microsoft.com/office/drawing/2014/main" id="{AEFDE328-A35C-7F6D-9CF1-6485FC1F69E4}"/>
              </a:ext>
            </a:extLst>
          </p:cNvPr>
          <p:cNvPicPr>
            <a:picLocks noChangeAspect="1"/>
          </p:cNvPicPr>
          <p:nvPr/>
        </p:nvPicPr>
        <p:blipFill>
          <a:blip r:embed="rId7"/>
          <a:stretch>
            <a:fillRect/>
          </a:stretch>
        </p:blipFill>
        <p:spPr>
          <a:xfrm>
            <a:off x="15110955" y="11757997"/>
            <a:ext cx="15164258" cy="5617996"/>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500</TotalTime>
  <Words>401</Words>
  <Application>Microsoft Office PowerPoint</Application>
  <PresentationFormat>Personalizzato</PresentationFormat>
  <Paragraphs>44</Paragraphs>
  <Slides>1</Slides>
  <Notes>1</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vt:i4>
      </vt:variant>
    </vt:vector>
  </HeadingPairs>
  <TitlesOfParts>
    <vt:vector size="4" baseType="lpstr">
      <vt:lpstr>Arial</vt:lpstr>
      <vt:lpstr>Wingdings</vt:lpstr>
      <vt:lpstr>Simple Light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dello</dc:creator>
  <cp:lastModifiedBy>Christian Garzone</cp:lastModifiedBy>
  <cp:revision>4</cp:revision>
  <dcterms:modified xsi:type="dcterms:W3CDTF">2026-05-18T17:38:38Z</dcterms:modified>
</cp:coreProperties>
</file>