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
  </p:notesMasterIdLst>
  <p:sldIdLst>
    <p:sldId id="256" r:id="rId2"/>
  </p:sldIdLst>
  <p:sldSz cx="30275213" cy="4280376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9320732-2E9B-4E56-8C34-DE30B48FAC38}">
  <a:tblStyle styleId="{99320732-2E9B-4E56-8C34-DE30B48FAC3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25" d="100"/>
          <a:sy n="25" d="100"/>
        </p:scale>
        <p:origin x="1445" y="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216627" y="685800"/>
            <a:ext cx="24255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284f9f79a94_0_725:notes"/>
          <p:cNvSpPr>
            <a:spLocks noGrp="1" noRot="1" noChangeAspect="1"/>
          </p:cNvSpPr>
          <p:nvPr>
            <p:ph type="sldImg" idx="2"/>
          </p:nvPr>
        </p:nvSpPr>
        <p:spPr>
          <a:xfrm>
            <a:off x="2216150" y="685800"/>
            <a:ext cx="24257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284f9f79a94_0_7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1032074" y="6196323"/>
            <a:ext cx="28212000" cy="17081700"/>
          </a:xfrm>
          <a:prstGeom prst="rect">
            <a:avLst/>
          </a:prstGeom>
        </p:spPr>
        <p:txBody>
          <a:bodyPr spcFirstLastPara="1" wrap="square" lIns="455425" tIns="455425" rIns="455425" bIns="455425" anchor="b" anchorCtr="0">
            <a:normAutofit/>
          </a:bodyPr>
          <a:lstStyle>
            <a:lvl1pPr lvl="0" algn="ctr">
              <a:spcBef>
                <a:spcPts val="0"/>
              </a:spcBef>
              <a:spcAft>
                <a:spcPts val="0"/>
              </a:spcAft>
              <a:buSzPts val="25900"/>
              <a:buNone/>
              <a:defRPr sz="25900"/>
            </a:lvl1pPr>
            <a:lvl2pPr lvl="1" algn="ctr">
              <a:spcBef>
                <a:spcPts val="0"/>
              </a:spcBef>
              <a:spcAft>
                <a:spcPts val="0"/>
              </a:spcAft>
              <a:buSzPts val="25900"/>
              <a:buNone/>
              <a:defRPr sz="25900"/>
            </a:lvl2pPr>
            <a:lvl3pPr lvl="2" algn="ctr">
              <a:spcBef>
                <a:spcPts val="0"/>
              </a:spcBef>
              <a:spcAft>
                <a:spcPts val="0"/>
              </a:spcAft>
              <a:buSzPts val="25900"/>
              <a:buNone/>
              <a:defRPr sz="25900"/>
            </a:lvl3pPr>
            <a:lvl4pPr lvl="3" algn="ctr">
              <a:spcBef>
                <a:spcPts val="0"/>
              </a:spcBef>
              <a:spcAft>
                <a:spcPts val="0"/>
              </a:spcAft>
              <a:buSzPts val="25900"/>
              <a:buNone/>
              <a:defRPr sz="25900"/>
            </a:lvl4pPr>
            <a:lvl5pPr lvl="4" algn="ctr">
              <a:spcBef>
                <a:spcPts val="0"/>
              </a:spcBef>
              <a:spcAft>
                <a:spcPts val="0"/>
              </a:spcAft>
              <a:buSzPts val="25900"/>
              <a:buNone/>
              <a:defRPr sz="25900"/>
            </a:lvl5pPr>
            <a:lvl6pPr lvl="5" algn="ctr">
              <a:spcBef>
                <a:spcPts val="0"/>
              </a:spcBef>
              <a:spcAft>
                <a:spcPts val="0"/>
              </a:spcAft>
              <a:buSzPts val="25900"/>
              <a:buNone/>
              <a:defRPr sz="25900"/>
            </a:lvl6pPr>
            <a:lvl7pPr lvl="6" algn="ctr">
              <a:spcBef>
                <a:spcPts val="0"/>
              </a:spcBef>
              <a:spcAft>
                <a:spcPts val="0"/>
              </a:spcAft>
              <a:buSzPts val="25900"/>
              <a:buNone/>
              <a:defRPr sz="25900"/>
            </a:lvl7pPr>
            <a:lvl8pPr lvl="7" algn="ctr">
              <a:spcBef>
                <a:spcPts val="0"/>
              </a:spcBef>
              <a:spcAft>
                <a:spcPts val="0"/>
              </a:spcAft>
              <a:buSzPts val="25900"/>
              <a:buNone/>
              <a:defRPr sz="25900"/>
            </a:lvl8pPr>
            <a:lvl9pPr lvl="8" algn="ctr">
              <a:spcBef>
                <a:spcPts val="0"/>
              </a:spcBef>
              <a:spcAft>
                <a:spcPts val="0"/>
              </a:spcAft>
              <a:buSzPts val="25900"/>
              <a:buNone/>
              <a:defRPr sz="25900"/>
            </a:lvl9pPr>
          </a:lstStyle>
          <a:p>
            <a:endParaRPr/>
          </a:p>
        </p:txBody>
      </p:sp>
      <p:sp>
        <p:nvSpPr>
          <p:cNvPr id="11" name="Google Shape;11;p2"/>
          <p:cNvSpPr txBox="1">
            <a:spLocks noGrp="1"/>
          </p:cNvSpPr>
          <p:nvPr>
            <p:ph type="subTitle" idx="1"/>
          </p:nvPr>
        </p:nvSpPr>
        <p:spPr>
          <a:xfrm>
            <a:off x="1032046" y="23585474"/>
            <a:ext cx="28212000" cy="6596100"/>
          </a:xfrm>
          <a:prstGeom prst="rect">
            <a:avLst/>
          </a:prstGeom>
        </p:spPr>
        <p:txBody>
          <a:bodyPr spcFirstLastPara="1" wrap="square" lIns="455425" tIns="455425" rIns="455425" bIns="455425" anchor="t" anchorCtr="0">
            <a:normAutofit/>
          </a:bodyPr>
          <a:lstStyle>
            <a:lvl1pPr lvl="0" algn="ctr">
              <a:lnSpc>
                <a:spcPct val="100000"/>
              </a:lnSpc>
              <a:spcBef>
                <a:spcPts val="0"/>
              </a:spcBef>
              <a:spcAft>
                <a:spcPts val="0"/>
              </a:spcAft>
              <a:buSzPts val="13900"/>
              <a:buNone/>
              <a:defRPr sz="13900"/>
            </a:lvl1pPr>
            <a:lvl2pPr lvl="1" algn="ctr">
              <a:lnSpc>
                <a:spcPct val="100000"/>
              </a:lnSpc>
              <a:spcBef>
                <a:spcPts val="0"/>
              </a:spcBef>
              <a:spcAft>
                <a:spcPts val="0"/>
              </a:spcAft>
              <a:buSzPts val="13900"/>
              <a:buNone/>
              <a:defRPr sz="13900"/>
            </a:lvl2pPr>
            <a:lvl3pPr lvl="2" algn="ctr">
              <a:lnSpc>
                <a:spcPct val="100000"/>
              </a:lnSpc>
              <a:spcBef>
                <a:spcPts val="0"/>
              </a:spcBef>
              <a:spcAft>
                <a:spcPts val="0"/>
              </a:spcAft>
              <a:buSzPts val="13900"/>
              <a:buNone/>
              <a:defRPr sz="13900"/>
            </a:lvl3pPr>
            <a:lvl4pPr lvl="3" algn="ctr">
              <a:lnSpc>
                <a:spcPct val="100000"/>
              </a:lnSpc>
              <a:spcBef>
                <a:spcPts val="0"/>
              </a:spcBef>
              <a:spcAft>
                <a:spcPts val="0"/>
              </a:spcAft>
              <a:buSzPts val="13900"/>
              <a:buNone/>
              <a:defRPr sz="13900"/>
            </a:lvl4pPr>
            <a:lvl5pPr lvl="4" algn="ctr">
              <a:lnSpc>
                <a:spcPct val="100000"/>
              </a:lnSpc>
              <a:spcBef>
                <a:spcPts val="0"/>
              </a:spcBef>
              <a:spcAft>
                <a:spcPts val="0"/>
              </a:spcAft>
              <a:buSzPts val="13900"/>
              <a:buNone/>
              <a:defRPr sz="13900"/>
            </a:lvl5pPr>
            <a:lvl6pPr lvl="5" algn="ctr">
              <a:lnSpc>
                <a:spcPct val="100000"/>
              </a:lnSpc>
              <a:spcBef>
                <a:spcPts val="0"/>
              </a:spcBef>
              <a:spcAft>
                <a:spcPts val="0"/>
              </a:spcAft>
              <a:buSzPts val="13900"/>
              <a:buNone/>
              <a:defRPr sz="13900"/>
            </a:lvl6pPr>
            <a:lvl7pPr lvl="6" algn="ctr">
              <a:lnSpc>
                <a:spcPct val="100000"/>
              </a:lnSpc>
              <a:spcBef>
                <a:spcPts val="0"/>
              </a:spcBef>
              <a:spcAft>
                <a:spcPts val="0"/>
              </a:spcAft>
              <a:buSzPts val="13900"/>
              <a:buNone/>
              <a:defRPr sz="13900"/>
            </a:lvl7pPr>
            <a:lvl8pPr lvl="7" algn="ctr">
              <a:lnSpc>
                <a:spcPct val="100000"/>
              </a:lnSpc>
              <a:spcBef>
                <a:spcPts val="0"/>
              </a:spcBef>
              <a:spcAft>
                <a:spcPts val="0"/>
              </a:spcAft>
              <a:buSzPts val="13900"/>
              <a:buNone/>
              <a:defRPr sz="13900"/>
            </a:lvl8pPr>
            <a:lvl9pPr lvl="8" algn="ctr">
              <a:lnSpc>
                <a:spcPct val="100000"/>
              </a:lnSpc>
              <a:spcBef>
                <a:spcPts val="0"/>
              </a:spcBef>
              <a:spcAft>
                <a:spcPts val="0"/>
              </a:spcAft>
              <a:buSzPts val="13900"/>
              <a:buNone/>
              <a:defRPr sz="13900"/>
            </a:lvl9pPr>
          </a:lstStyle>
          <a:p>
            <a:endParaRPr/>
          </a:p>
        </p:txBody>
      </p:sp>
      <p:sp>
        <p:nvSpPr>
          <p:cNvPr id="12" name="Google Shape;12;p2"/>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1032046" y="17899287"/>
            <a:ext cx="28212000" cy="7005300"/>
          </a:xfrm>
          <a:prstGeom prst="rect">
            <a:avLst/>
          </a:prstGeom>
        </p:spPr>
        <p:txBody>
          <a:bodyPr spcFirstLastPara="1" wrap="square" lIns="455425" tIns="455425" rIns="455425" bIns="455425" anchor="ctr" anchorCtr="0">
            <a:normAutofit/>
          </a:bodyPr>
          <a:lstStyle>
            <a:lvl1pPr lvl="0" algn="ctr">
              <a:spcBef>
                <a:spcPts val="0"/>
              </a:spcBef>
              <a:spcAft>
                <a:spcPts val="0"/>
              </a:spcAft>
              <a:buSzPts val="17900"/>
              <a:buNone/>
              <a:defRPr sz="17900"/>
            </a:lvl1pPr>
            <a:lvl2pPr lvl="1" algn="ctr">
              <a:spcBef>
                <a:spcPts val="0"/>
              </a:spcBef>
              <a:spcAft>
                <a:spcPts val="0"/>
              </a:spcAft>
              <a:buSzPts val="17900"/>
              <a:buNone/>
              <a:defRPr sz="17900"/>
            </a:lvl2pPr>
            <a:lvl3pPr lvl="2" algn="ctr">
              <a:spcBef>
                <a:spcPts val="0"/>
              </a:spcBef>
              <a:spcAft>
                <a:spcPts val="0"/>
              </a:spcAft>
              <a:buSzPts val="17900"/>
              <a:buNone/>
              <a:defRPr sz="17900"/>
            </a:lvl3pPr>
            <a:lvl4pPr lvl="3" algn="ctr">
              <a:spcBef>
                <a:spcPts val="0"/>
              </a:spcBef>
              <a:spcAft>
                <a:spcPts val="0"/>
              </a:spcAft>
              <a:buSzPts val="17900"/>
              <a:buNone/>
              <a:defRPr sz="17900"/>
            </a:lvl4pPr>
            <a:lvl5pPr lvl="4" algn="ctr">
              <a:spcBef>
                <a:spcPts val="0"/>
              </a:spcBef>
              <a:spcAft>
                <a:spcPts val="0"/>
              </a:spcAft>
              <a:buSzPts val="17900"/>
              <a:buNone/>
              <a:defRPr sz="17900"/>
            </a:lvl5pPr>
            <a:lvl6pPr lvl="5" algn="ctr">
              <a:spcBef>
                <a:spcPts val="0"/>
              </a:spcBef>
              <a:spcAft>
                <a:spcPts val="0"/>
              </a:spcAft>
              <a:buSzPts val="17900"/>
              <a:buNone/>
              <a:defRPr sz="17900"/>
            </a:lvl6pPr>
            <a:lvl7pPr lvl="6" algn="ctr">
              <a:spcBef>
                <a:spcPts val="0"/>
              </a:spcBef>
              <a:spcAft>
                <a:spcPts val="0"/>
              </a:spcAft>
              <a:buSzPts val="17900"/>
              <a:buNone/>
              <a:defRPr sz="17900"/>
            </a:lvl7pPr>
            <a:lvl8pPr lvl="7" algn="ctr">
              <a:spcBef>
                <a:spcPts val="0"/>
              </a:spcBef>
              <a:spcAft>
                <a:spcPts val="0"/>
              </a:spcAft>
              <a:buSzPts val="17900"/>
              <a:buNone/>
              <a:defRPr sz="17900"/>
            </a:lvl8pPr>
            <a:lvl9pPr lvl="8" algn="ctr">
              <a:spcBef>
                <a:spcPts val="0"/>
              </a:spcBef>
              <a:spcAft>
                <a:spcPts val="0"/>
              </a:spcAft>
              <a:buSzPts val="17900"/>
              <a:buNone/>
              <a:defRPr sz="17900"/>
            </a:lvl9pPr>
          </a:lstStyle>
          <a:p>
            <a:endParaRPr/>
          </a:p>
        </p:txBody>
      </p:sp>
      <p:sp>
        <p:nvSpPr>
          <p:cNvPr id="15" name="Google Shape;15;p3"/>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1032046" y="3703480"/>
            <a:ext cx="28212000" cy="4766100"/>
          </a:xfrm>
          <a:prstGeom prst="rect">
            <a:avLst/>
          </a:prstGeom>
        </p:spPr>
        <p:txBody>
          <a:bodyPr spcFirstLastPara="1" wrap="square" lIns="455425" tIns="455425" rIns="455425" bIns="455425" anchor="t" anchorCtr="0">
            <a:normAutofit/>
          </a:bodyPr>
          <a:lstStyle>
            <a:lvl1pPr lvl="0">
              <a:spcBef>
                <a:spcPts val="0"/>
              </a:spcBef>
              <a:spcAft>
                <a:spcPts val="0"/>
              </a:spcAft>
              <a:buSzPts val="13900"/>
              <a:buNone/>
              <a:defRPr/>
            </a:lvl1pPr>
            <a:lvl2pPr lvl="1">
              <a:spcBef>
                <a:spcPts val="0"/>
              </a:spcBef>
              <a:spcAft>
                <a:spcPts val="0"/>
              </a:spcAft>
              <a:buSzPts val="13900"/>
              <a:buNone/>
              <a:defRPr/>
            </a:lvl2pPr>
            <a:lvl3pPr lvl="2">
              <a:spcBef>
                <a:spcPts val="0"/>
              </a:spcBef>
              <a:spcAft>
                <a:spcPts val="0"/>
              </a:spcAft>
              <a:buSzPts val="13900"/>
              <a:buNone/>
              <a:defRPr/>
            </a:lvl3pPr>
            <a:lvl4pPr lvl="3">
              <a:spcBef>
                <a:spcPts val="0"/>
              </a:spcBef>
              <a:spcAft>
                <a:spcPts val="0"/>
              </a:spcAft>
              <a:buSzPts val="13900"/>
              <a:buNone/>
              <a:defRPr/>
            </a:lvl4pPr>
            <a:lvl5pPr lvl="4">
              <a:spcBef>
                <a:spcPts val="0"/>
              </a:spcBef>
              <a:spcAft>
                <a:spcPts val="0"/>
              </a:spcAft>
              <a:buSzPts val="13900"/>
              <a:buNone/>
              <a:defRPr/>
            </a:lvl5pPr>
            <a:lvl6pPr lvl="5">
              <a:spcBef>
                <a:spcPts val="0"/>
              </a:spcBef>
              <a:spcAft>
                <a:spcPts val="0"/>
              </a:spcAft>
              <a:buSzPts val="13900"/>
              <a:buNone/>
              <a:defRPr/>
            </a:lvl6pPr>
            <a:lvl7pPr lvl="6">
              <a:spcBef>
                <a:spcPts val="0"/>
              </a:spcBef>
              <a:spcAft>
                <a:spcPts val="0"/>
              </a:spcAft>
              <a:buSzPts val="13900"/>
              <a:buNone/>
              <a:defRPr/>
            </a:lvl7pPr>
            <a:lvl8pPr lvl="7">
              <a:spcBef>
                <a:spcPts val="0"/>
              </a:spcBef>
              <a:spcAft>
                <a:spcPts val="0"/>
              </a:spcAft>
              <a:buSzPts val="13900"/>
              <a:buNone/>
              <a:defRPr/>
            </a:lvl8pPr>
            <a:lvl9pPr lvl="8">
              <a:spcBef>
                <a:spcPts val="0"/>
              </a:spcBef>
              <a:spcAft>
                <a:spcPts val="0"/>
              </a:spcAft>
              <a:buSzPts val="13900"/>
              <a:buNone/>
              <a:defRPr/>
            </a:lvl9pPr>
          </a:lstStyle>
          <a:p>
            <a:endParaRPr/>
          </a:p>
        </p:txBody>
      </p:sp>
      <p:sp>
        <p:nvSpPr>
          <p:cNvPr id="18" name="Google Shape;18;p4"/>
          <p:cNvSpPr txBox="1">
            <a:spLocks noGrp="1"/>
          </p:cNvSpPr>
          <p:nvPr>
            <p:ph type="body" idx="1"/>
          </p:nvPr>
        </p:nvSpPr>
        <p:spPr>
          <a:xfrm>
            <a:off x="1032046" y="9590851"/>
            <a:ext cx="28212000" cy="28431000"/>
          </a:xfrm>
          <a:prstGeom prst="rect">
            <a:avLst/>
          </a:prstGeom>
        </p:spPr>
        <p:txBody>
          <a:bodyPr spcFirstLastPara="1" wrap="square" lIns="455425" tIns="455425" rIns="455425" bIns="455425" anchor="t" anchorCtr="0">
            <a:normAutofit/>
          </a:bodyPr>
          <a:lstStyle>
            <a:lvl1pPr marL="457200" lvl="0" indent="-800100">
              <a:spcBef>
                <a:spcPts val="0"/>
              </a:spcBef>
              <a:spcAft>
                <a:spcPts val="0"/>
              </a:spcAft>
              <a:buSzPts val="9000"/>
              <a:buChar char="●"/>
              <a:defRPr/>
            </a:lvl1pPr>
            <a:lvl2pPr marL="914400" lvl="1" indent="-673100">
              <a:spcBef>
                <a:spcPts val="0"/>
              </a:spcBef>
              <a:spcAft>
                <a:spcPts val="0"/>
              </a:spcAft>
              <a:buSzPts val="7000"/>
              <a:buChar char="○"/>
              <a:defRPr/>
            </a:lvl2pPr>
            <a:lvl3pPr marL="1371600" lvl="2" indent="-673100">
              <a:spcBef>
                <a:spcPts val="0"/>
              </a:spcBef>
              <a:spcAft>
                <a:spcPts val="0"/>
              </a:spcAft>
              <a:buSzPts val="7000"/>
              <a:buChar char="■"/>
              <a:defRPr/>
            </a:lvl3pPr>
            <a:lvl4pPr marL="1828800" lvl="3" indent="-673100">
              <a:spcBef>
                <a:spcPts val="0"/>
              </a:spcBef>
              <a:spcAft>
                <a:spcPts val="0"/>
              </a:spcAft>
              <a:buSzPts val="7000"/>
              <a:buChar char="●"/>
              <a:defRPr/>
            </a:lvl4pPr>
            <a:lvl5pPr marL="2286000" lvl="4" indent="-673100">
              <a:spcBef>
                <a:spcPts val="0"/>
              </a:spcBef>
              <a:spcAft>
                <a:spcPts val="0"/>
              </a:spcAft>
              <a:buSzPts val="7000"/>
              <a:buChar char="○"/>
              <a:defRPr/>
            </a:lvl5pPr>
            <a:lvl6pPr marL="2743200" lvl="5" indent="-673100">
              <a:spcBef>
                <a:spcPts val="0"/>
              </a:spcBef>
              <a:spcAft>
                <a:spcPts val="0"/>
              </a:spcAft>
              <a:buSzPts val="7000"/>
              <a:buChar char="■"/>
              <a:defRPr/>
            </a:lvl6pPr>
            <a:lvl7pPr marL="3200400" lvl="6" indent="-673100">
              <a:spcBef>
                <a:spcPts val="0"/>
              </a:spcBef>
              <a:spcAft>
                <a:spcPts val="0"/>
              </a:spcAft>
              <a:buSzPts val="7000"/>
              <a:buChar char="●"/>
              <a:defRPr/>
            </a:lvl7pPr>
            <a:lvl8pPr marL="3657600" lvl="7" indent="-673100">
              <a:spcBef>
                <a:spcPts val="0"/>
              </a:spcBef>
              <a:spcAft>
                <a:spcPts val="0"/>
              </a:spcAft>
              <a:buSzPts val="7000"/>
              <a:buChar char="○"/>
              <a:defRPr/>
            </a:lvl8pPr>
            <a:lvl9pPr marL="4114800" lvl="8" indent="-673100">
              <a:spcBef>
                <a:spcPts val="0"/>
              </a:spcBef>
              <a:spcAft>
                <a:spcPts val="0"/>
              </a:spcAft>
              <a:buSzPts val="7000"/>
              <a:buChar char="■"/>
              <a:defRPr/>
            </a:lvl9pPr>
          </a:lstStyle>
          <a:p>
            <a:endParaRPr/>
          </a:p>
        </p:txBody>
      </p:sp>
      <p:sp>
        <p:nvSpPr>
          <p:cNvPr id="19" name="Google Shape;19;p4"/>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1032046" y="3703480"/>
            <a:ext cx="28212000" cy="4766100"/>
          </a:xfrm>
          <a:prstGeom prst="rect">
            <a:avLst/>
          </a:prstGeom>
        </p:spPr>
        <p:txBody>
          <a:bodyPr spcFirstLastPara="1" wrap="square" lIns="455425" tIns="455425" rIns="455425" bIns="455425" anchor="t" anchorCtr="0">
            <a:normAutofit/>
          </a:bodyPr>
          <a:lstStyle>
            <a:lvl1pPr lvl="0">
              <a:spcBef>
                <a:spcPts val="0"/>
              </a:spcBef>
              <a:spcAft>
                <a:spcPts val="0"/>
              </a:spcAft>
              <a:buSzPts val="13900"/>
              <a:buNone/>
              <a:defRPr/>
            </a:lvl1pPr>
            <a:lvl2pPr lvl="1">
              <a:spcBef>
                <a:spcPts val="0"/>
              </a:spcBef>
              <a:spcAft>
                <a:spcPts val="0"/>
              </a:spcAft>
              <a:buSzPts val="13900"/>
              <a:buNone/>
              <a:defRPr/>
            </a:lvl2pPr>
            <a:lvl3pPr lvl="2">
              <a:spcBef>
                <a:spcPts val="0"/>
              </a:spcBef>
              <a:spcAft>
                <a:spcPts val="0"/>
              </a:spcAft>
              <a:buSzPts val="13900"/>
              <a:buNone/>
              <a:defRPr/>
            </a:lvl3pPr>
            <a:lvl4pPr lvl="3">
              <a:spcBef>
                <a:spcPts val="0"/>
              </a:spcBef>
              <a:spcAft>
                <a:spcPts val="0"/>
              </a:spcAft>
              <a:buSzPts val="13900"/>
              <a:buNone/>
              <a:defRPr/>
            </a:lvl4pPr>
            <a:lvl5pPr lvl="4">
              <a:spcBef>
                <a:spcPts val="0"/>
              </a:spcBef>
              <a:spcAft>
                <a:spcPts val="0"/>
              </a:spcAft>
              <a:buSzPts val="13900"/>
              <a:buNone/>
              <a:defRPr/>
            </a:lvl5pPr>
            <a:lvl6pPr lvl="5">
              <a:spcBef>
                <a:spcPts val="0"/>
              </a:spcBef>
              <a:spcAft>
                <a:spcPts val="0"/>
              </a:spcAft>
              <a:buSzPts val="13900"/>
              <a:buNone/>
              <a:defRPr/>
            </a:lvl6pPr>
            <a:lvl7pPr lvl="6">
              <a:spcBef>
                <a:spcPts val="0"/>
              </a:spcBef>
              <a:spcAft>
                <a:spcPts val="0"/>
              </a:spcAft>
              <a:buSzPts val="13900"/>
              <a:buNone/>
              <a:defRPr/>
            </a:lvl7pPr>
            <a:lvl8pPr lvl="7">
              <a:spcBef>
                <a:spcPts val="0"/>
              </a:spcBef>
              <a:spcAft>
                <a:spcPts val="0"/>
              </a:spcAft>
              <a:buSzPts val="13900"/>
              <a:buNone/>
              <a:defRPr/>
            </a:lvl8pPr>
            <a:lvl9pPr lvl="8">
              <a:spcBef>
                <a:spcPts val="0"/>
              </a:spcBef>
              <a:spcAft>
                <a:spcPts val="0"/>
              </a:spcAft>
              <a:buSzPts val="13900"/>
              <a:buNone/>
              <a:defRPr/>
            </a:lvl9pPr>
          </a:lstStyle>
          <a:p>
            <a:endParaRPr/>
          </a:p>
        </p:txBody>
      </p:sp>
      <p:sp>
        <p:nvSpPr>
          <p:cNvPr id="22" name="Google Shape;22;p5"/>
          <p:cNvSpPr txBox="1">
            <a:spLocks noGrp="1"/>
          </p:cNvSpPr>
          <p:nvPr>
            <p:ph type="body" idx="1"/>
          </p:nvPr>
        </p:nvSpPr>
        <p:spPr>
          <a:xfrm>
            <a:off x="1032046" y="9590851"/>
            <a:ext cx="13243800" cy="28431000"/>
          </a:xfrm>
          <a:prstGeom prst="rect">
            <a:avLst/>
          </a:prstGeom>
        </p:spPr>
        <p:txBody>
          <a:bodyPr spcFirstLastPara="1" wrap="square" lIns="455425" tIns="455425" rIns="455425" bIns="455425" anchor="t" anchorCtr="0">
            <a:normAutofit/>
          </a:bodyPr>
          <a:lstStyle>
            <a:lvl1pPr marL="457200" lvl="0" indent="-673100">
              <a:spcBef>
                <a:spcPts val="0"/>
              </a:spcBef>
              <a:spcAft>
                <a:spcPts val="0"/>
              </a:spcAft>
              <a:buSzPts val="7000"/>
              <a:buChar char="●"/>
              <a:defRPr sz="7000"/>
            </a:lvl1pPr>
            <a:lvl2pPr marL="914400" lvl="1" indent="-609600">
              <a:spcBef>
                <a:spcPts val="0"/>
              </a:spcBef>
              <a:spcAft>
                <a:spcPts val="0"/>
              </a:spcAft>
              <a:buSzPts val="6000"/>
              <a:buChar char="○"/>
              <a:defRPr sz="6000"/>
            </a:lvl2pPr>
            <a:lvl3pPr marL="1371600" lvl="2" indent="-609600">
              <a:spcBef>
                <a:spcPts val="0"/>
              </a:spcBef>
              <a:spcAft>
                <a:spcPts val="0"/>
              </a:spcAft>
              <a:buSzPts val="6000"/>
              <a:buChar char="■"/>
              <a:defRPr sz="6000"/>
            </a:lvl3pPr>
            <a:lvl4pPr marL="1828800" lvl="3" indent="-609600">
              <a:spcBef>
                <a:spcPts val="0"/>
              </a:spcBef>
              <a:spcAft>
                <a:spcPts val="0"/>
              </a:spcAft>
              <a:buSzPts val="6000"/>
              <a:buChar char="●"/>
              <a:defRPr sz="6000"/>
            </a:lvl4pPr>
            <a:lvl5pPr marL="2286000" lvl="4" indent="-609600">
              <a:spcBef>
                <a:spcPts val="0"/>
              </a:spcBef>
              <a:spcAft>
                <a:spcPts val="0"/>
              </a:spcAft>
              <a:buSzPts val="6000"/>
              <a:buChar char="○"/>
              <a:defRPr sz="6000"/>
            </a:lvl5pPr>
            <a:lvl6pPr marL="2743200" lvl="5" indent="-609600">
              <a:spcBef>
                <a:spcPts val="0"/>
              </a:spcBef>
              <a:spcAft>
                <a:spcPts val="0"/>
              </a:spcAft>
              <a:buSzPts val="6000"/>
              <a:buChar char="■"/>
              <a:defRPr sz="6000"/>
            </a:lvl6pPr>
            <a:lvl7pPr marL="3200400" lvl="6" indent="-609600">
              <a:spcBef>
                <a:spcPts val="0"/>
              </a:spcBef>
              <a:spcAft>
                <a:spcPts val="0"/>
              </a:spcAft>
              <a:buSzPts val="6000"/>
              <a:buChar char="●"/>
              <a:defRPr sz="6000"/>
            </a:lvl7pPr>
            <a:lvl8pPr marL="3657600" lvl="7" indent="-609600">
              <a:spcBef>
                <a:spcPts val="0"/>
              </a:spcBef>
              <a:spcAft>
                <a:spcPts val="0"/>
              </a:spcAft>
              <a:buSzPts val="6000"/>
              <a:buChar char="○"/>
              <a:defRPr sz="6000"/>
            </a:lvl8pPr>
            <a:lvl9pPr marL="4114800" lvl="8" indent="-609600">
              <a:spcBef>
                <a:spcPts val="0"/>
              </a:spcBef>
              <a:spcAft>
                <a:spcPts val="0"/>
              </a:spcAft>
              <a:buSzPts val="6000"/>
              <a:buChar char="■"/>
              <a:defRPr sz="6000"/>
            </a:lvl9pPr>
          </a:lstStyle>
          <a:p>
            <a:endParaRPr/>
          </a:p>
        </p:txBody>
      </p:sp>
      <p:sp>
        <p:nvSpPr>
          <p:cNvPr id="23" name="Google Shape;23;p5"/>
          <p:cNvSpPr txBox="1">
            <a:spLocks noGrp="1"/>
          </p:cNvSpPr>
          <p:nvPr>
            <p:ph type="body" idx="2"/>
          </p:nvPr>
        </p:nvSpPr>
        <p:spPr>
          <a:xfrm>
            <a:off x="16000191" y="9590851"/>
            <a:ext cx="13243800" cy="28431000"/>
          </a:xfrm>
          <a:prstGeom prst="rect">
            <a:avLst/>
          </a:prstGeom>
        </p:spPr>
        <p:txBody>
          <a:bodyPr spcFirstLastPara="1" wrap="square" lIns="455425" tIns="455425" rIns="455425" bIns="455425" anchor="t" anchorCtr="0">
            <a:normAutofit/>
          </a:bodyPr>
          <a:lstStyle>
            <a:lvl1pPr marL="457200" lvl="0" indent="-673100">
              <a:spcBef>
                <a:spcPts val="0"/>
              </a:spcBef>
              <a:spcAft>
                <a:spcPts val="0"/>
              </a:spcAft>
              <a:buSzPts val="7000"/>
              <a:buChar char="●"/>
              <a:defRPr sz="7000"/>
            </a:lvl1pPr>
            <a:lvl2pPr marL="914400" lvl="1" indent="-609600">
              <a:spcBef>
                <a:spcPts val="0"/>
              </a:spcBef>
              <a:spcAft>
                <a:spcPts val="0"/>
              </a:spcAft>
              <a:buSzPts val="6000"/>
              <a:buChar char="○"/>
              <a:defRPr sz="6000"/>
            </a:lvl2pPr>
            <a:lvl3pPr marL="1371600" lvl="2" indent="-609600">
              <a:spcBef>
                <a:spcPts val="0"/>
              </a:spcBef>
              <a:spcAft>
                <a:spcPts val="0"/>
              </a:spcAft>
              <a:buSzPts val="6000"/>
              <a:buChar char="■"/>
              <a:defRPr sz="6000"/>
            </a:lvl3pPr>
            <a:lvl4pPr marL="1828800" lvl="3" indent="-609600">
              <a:spcBef>
                <a:spcPts val="0"/>
              </a:spcBef>
              <a:spcAft>
                <a:spcPts val="0"/>
              </a:spcAft>
              <a:buSzPts val="6000"/>
              <a:buChar char="●"/>
              <a:defRPr sz="6000"/>
            </a:lvl4pPr>
            <a:lvl5pPr marL="2286000" lvl="4" indent="-609600">
              <a:spcBef>
                <a:spcPts val="0"/>
              </a:spcBef>
              <a:spcAft>
                <a:spcPts val="0"/>
              </a:spcAft>
              <a:buSzPts val="6000"/>
              <a:buChar char="○"/>
              <a:defRPr sz="6000"/>
            </a:lvl5pPr>
            <a:lvl6pPr marL="2743200" lvl="5" indent="-609600">
              <a:spcBef>
                <a:spcPts val="0"/>
              </a:spcBef>
              <a:spcAft>
                <a:spcPts val="0"/>
              </a:spcAft>
              <a:buSzPts val="6000"/>
              <a:buChar char="■"/>
              <a:defRPr sz="6000"/>
            </a:lvl6pPr>
            <a:lvl7pPr marL="3200400" lvl="6" indent="-609600">
              <a:spcBef>
                <a:spcPts val="0"/>
              </a:spcBef>
              <a:spcAft>
                <a:spcPts val="0"/>
              </a:spcAft>
              <a:buSzPts val="6000"/>
              <a:buChar char="●"/>
              <a:defRPr sz="6000"/>
            </a:lvl7pPr>
            <a:lvl8pPr marL="3657600" lvl="7" indent="-609600">
              <a:spcBef>
                <a:spcPts val="0"/>
              </a:spcBef>
              <a:spcAft>
                <a:spcPts val="0"/>
              </a:spcAft>
              <a:buSzPts val="6000"/>
              <a:buChar char="○"/>
              <a:defRPr sz="6000"/>
            </a:lvl8pPr>
            <a:lvl9pPr marL="4114800" lvl="8" indent="-609600">
              <a:spcBef>
                <a:spcPts val="0"/>
              </a:spcBef>
              <a:spcAft>
                <a:spcPts val="0"/>
              </a:spcAft>
              <a:buSzPts val="6000"/>
              <a:buChar char="■"/>
              <a:defRPr sz="6000"/>
            </a:lvl9pPr>
          </a:lstStyle>
          <a:p>
            <a:endParaRPr/>
          </a:p>
        </p:txBody>
      </p:sp>
      <p:sp>
        <p:nvSpPr>
          <p:cNvPr id="24" name="Google Shape;24;p5"/>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1032046" y="3703480"/>
            <a:ext cx="28212000" cy="4766100"/>
          </a:xfrm>
          <a:prstGeom prst="rect">
            <a:avLst/>
          </a:prstGeom>
        </p:spPr>
        <p:txBody>
          <a:bodyPr spcFirstLastPara="1" wrap="square" lIns="455425" tIns="455425" rIns="455425" bIns="455425" anchor="t" anchorCtr="0">
            <a:normAutofit/>
          </a:bodyPr>
          <a:lstStyle>
            <a:lvl1pPr lvl="0">
              <a:spcBef>
                <a:spcPts val="0"/>
              </a:spcBef>
              <a:spcAft>
                <a:spcPts val="0"/>
              </a:spcAft>
              <a:buSzPts val="13900"/>
              <a:buNone/>
              <a:defRPr/>
            </a:lvl1pPr>
            <a:lvl2pPr lvl="1">
              <a:spcBef>
                <a:spcPts val="0"/>
              </a:spcBef>
              <a:spcAft>
                <a:spcPts val="0"/>
              </a:spcAft>
              <a:buSzPts val="13900"/>
              <a:buNone/>
              <a:defRPr/>
            </a:lvl2pPr>
            <a:lvl3pPr lvl="2">
              <a:spcBef>
                <a:spcPts val="0"/>
              </a:spcBef>
              <a:spcAft>
                <a:spcPts val="0"/>
              </a:spcAft>
              <a:buSzPts val="13900"/>
              <a:buNone/>
              <a:defRPr/>
            </a:lvl3pPr>
            <a:lvl4pPr lvl="3">
              <a:spcBef>
                <a:spcPts val="0"/>
              </a:spcBef>
              <a:spcAft>
                <a:spcPts val="0"/>
              </a:spcAft>
              <a:buSzPts val="13900"/>
              <a:buNone/>
              <a:defRPr/>
            </a:lvl4pPr>
            <a:lvl5pPr lvl="4">
              <a:spcBef>
                <a:spcPts val="0"/>
              </a:spcBef>
              <a:spcAft>
                <a:spcPts val="0"/>
              </a:spcAft>
              <a:buSzPts val="13900"/>
              <a:buNone/>
              <a:defRPr/>
            </a:lvl5pPr>
            <a:lvl6pPr lvl="5">
              <a:spcBef>
                <a:spcPts val="0"/>
              </a:spcBef>
              <a:spcAft>
                <a:spcPts val="0"/>
              </a:spcAft>
              <a:buSzPts val="13900"/>
              <a:buNone/>
              <a:defRPr/>
            </a:lvl6pPr>
            <a:lvl7pPr lvl="6">
              <a:spcBef>
                <a:spcPts val="0"/>
              </a:spcBef>
              <a:spcAft>
                <a:spcPts val="0"/>
              </a:spcAft>
              <a:buSzPts val="13900"/>
              <a:buNone/>
              <a:defRPr/>
            </a:lvl7pPr>
            <a:lvl8pPr lvl="7">
              <a:spcBef>
                <a:spcPts val="0"/>
              </a:spcBef>
              <a:spcAft>
                <a:spcPts val="0"/>
              </a:spcAft>
              <a:buSzPts val="13900"/>
              <a:buNone/>
              <a:defRPr/>
            </a:lvl8pPr>
            <a:lvl9pPr lvl="8">
              <a:spcBef>
                <a:spcPts val="0"/>
              </a:spcBef>
              <a:spcAft>
                <a:spcPts val="0"/>
              </a:spcAft>
              <a:buSzPts val="13900"/>
              <a:buNone/>
              <a:defRPr/>
            </a:lvl9pPr>
          </a:lstStyle>
          <a:p>
            <a:endParaRPr/>
          </a:p>
        </p:txBody>
      </p:sp>
      <p:sp>
        <p:nvSpPr>
          <p:cNvPr id="27" name="Google Shape;27;p6"/>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1032046" y="4623681"/>
            <a:ext cx="9297300" cy="6288900"/>
          </a:xfrm>
          <a:prstGeom prst="rect">
            <a:avLst/>
          </a:prstGeom>
        </p:spPr>
        <p:txBody>
          <a:bodyPr spcFirstLastPara="1" wrap="square" lIns="455425" tIns="455425" rIns="455425" bIns="455425" anchor="b" anchorCtr="0">
            <a:normAutofit/>
          </a:bodyPr>
          <a:lstStyle>
            <a:lvl1pPr lvl="0">
              <a:spcBef>
                <a:spcPts val="0"/>
              </a:spcBef>
              <a:spcAft>
                <a:spcPts val="0"/>
              </a:spcAft>
              <a:buSzPts val="12000"/>
              <a:buNone/>
              <a:defRPr sz="12000"/>
            </a:lvl1pPr>
            <a:lvl2pPr lvl="1">
              <a:spcBef>
                <a:spcPts val="0"/>
              </a:spcBef>
              <a:spcAft>
                <a:spcPts val="0"/>
              </a:spcAft>
              <a:buSzPts val="12000"/>
              <a:buNone/>
              <a:defRPr sz="12000"/>
            </a:lvl2pPr>
            <a:lvl3pPr lvl="2">
              <a:spcBef>
                <a:spcPts val="0"/>
              </a:spcBef>
              <a:spcAft>
                <a:spcPts val="0"/>
              </a:spcAft>
              <a:buSzPts val="12000"/>
              <a:buNone/>
              <a:defRPr sz="12000"/>
            </a:lvl3pPr>
            <a:lvl4pPr lvl="3">
              <a:spcBef>
                <a:spcPts val="0"/>
              </a:spcBef>
              <a:spcAft>
                <a:spcPts val="0"/>
              </a:spcAft>
              <a:buSzPts val="12000"/>
              <a:buNone/>
              <a:defRPr sz="12000"/>
            </a:lvl4pPr>
            <a:lvl5pPr lvl="4">
              <a:spcBef>
                <a:spcPts val="0"/>
              </a:spcBef>
              <a:spcAft>
                <a:spcPts val="0"/>
              </a:spcAft>
              <a:buSzPts val="12000"/>
              <a:buNone/>
              <a:defRPr sz="12000"/>
            </a:lvl5pPr>
            <a:lvl6pPr lvl="5">
              <a:spcBef>
                <a:spcPts val="0"/>
              </a:spcBef>
              <a:spcAft>
                <a:spcPts val="0"/>
              </a:spcAft>
              <a:buSzPts val="12000"/>
              <a:buNone/>
              <a:defRPr sz="12000"/>
            </a:lvl6pPr>
            <a:lvl7pPr lvl="6">
              <a:spcBef>
                <a:spcPts val="0"/>
              </a:spcBef>
              <a:spcAft>
                <a:spcPts val="0"/>
              </a:spcAft>
              <a:buSzPts val="12000"/>
              <a:buNone/>
              <a:defRPr sz="12000"/>
            </a:lvl7pPr>
            <a:lvl8pPr lvl="7">
              <a:spcBef>
                <a:spcPts val="0"/>
              </a:spcBef>
              <a:spcAft>
                <a:spcPts val="0"/>
              </a:spcAft>
              <a:buSzPts val="12000"/>
              <a:buNone/>
              <a:defRPr sz="12000"/>
            </a:lvl8pPr>
            <a:lvl9pPr lvl="8">
              <a:spcBef>
                <a:spcPts val="0"/>
              </a:spcBef>
              <a:spcAft>
                <a:spcPts val="0"/>
              </a:spcAft>
              <a:buSzPts val="12000"/>
              <a:buNone/>
              <a:defRPr sz="12000"/>
            </a:lvl9pPr>
          </a:lstStyle>
          <a:p>
            <a:endParaRPr/>
          </a:p>
        </p:txBody>
      </p:sp>
      <p:sp>
        <p:nvSpPr>
          <p:cNvPr id="30" name="Google Shape;30;p7"/>
          <p:cNvSpPr txBox="1">
            <a:spLocks noGrp="1"/>
          </p:cNvSpPr>
          <p:nvPr>
            <p:ph type="body" idx="1"/>
          </p:nvPr>
        </p:nvSpPr>
        <p:spPr>
          <a:xfrm>
            <a:off x="1032046" y="11564195"/>
            <a:ext cx="9297300" cy="26458800"/>
          </a:xfrm>
          <a:prstGeom prst="rect">
            <a:avLst/>
          </a:prstGeom>
        </p:spPr>
        <p:txBody>
          <a:bodyPr spcFirstLastPara="1" wrap="square" lIns="455425" tIns="455425" rIns="455425" bIns="455425" anchor="t" anchorCtr="0">
            <a:normAutofit/>
          </a:bodyPr>
          <a:lstStyle>
            <a:lvl1pPr marL="457200" lvl="0" indent="-609600">
              <a:spcBef>
                <a:spcPts val="0"/>
              </a:spcBef>
              <a:spcAft>
                <a:spcPts val="0"/>
              </a:spcAft>
              <a:buSzPts val="6000"/>
              <a:buChar char="●"/>
              <a:defRPr sz="6000"/>
            </a:lvl1pPr>
            <a:lvl2pPr marL="914400" lvl="1" indent="-609600">
              <a:spcBef>
                <a:spcPts val="0"/>
              </a:spcBef>
              <a:spcAft>
                <a:spcPts val="0"/>
              </a:spcAft>
              <a:buSzPts val="6000"/>
              <a:buChar char="○"/>
              <a:defRPr sz="6000"/>
            </a:lvl2pPr>
            <a:lvl3pPr marL="1371600" lvl="2" indent="-609600">
              <a:spcBef>
                <a:spcPts val="0"/>
              </a:spcBef>
              <a:spcAft>
                <a:spcPts val="0"/>
              </a:spcAft>
              <a:buSzPts val="6000"/>
              <a:buChar char="■"/>
              <a:defRPr sz="6000"/>
            </a:lvl3pPr>
            <a:lvl4pPr marL="1828800" lvl="3" indent="-609600">
              <a:spcBef>
                <a:spcPts val="0"/>
              </a:spcBef>
              <a:spcAft>
                <a:spcPts val="0"/>
              </a:spcAft>
              <a:buSzPts val="6000"/>
              <a:buChar char="●"/>
              <a:defRPr sz="6000"/>
            </a:lvl4pPr>
            <a:lvl5pPr marL="2286000" lvl="4" indent="-609600">
              <a:spcBef>
                <a:spcPts val="0"/>
              </a:spcBef>
              <a:spcAft>
                <a:spcPts val="0"/>
              </a:spcAft>
              <a:buSzPts val="6000"/>
              <a:buChar char="○"/>
              <a:defRPr sz="6000"/>
            </a:lvl5pPr>
            <a:lvl6pPr marL="2743200" lvl="5" indent="-609600">
              <a:spcBef>
                <a:spcPts val="0"/>
              </a:spcBef>
              <a:spcAft>
                <a:spcPts val="0"/>
              </a:spcAft>
              <a:buSzPts val="6000"/>
              <a:buChar char="■"/>
              <a:defRPr sz="6000"/>
            </a:lvl6pPr>
            <a:lvl7pPr marL="3200400" lvl="6" indent="-609600">
              <a:spcBef>
                <a:spcPts val="0"/>
              </a:spcBef>
              <a:spcAft>
                <a:spcPts val="0"/>
              </a:spcAft>
              <a:buSzPts val="6000"/>
              <a:buChar char="●"/>
              <a:defRPr sz="6000"/>
            </a:lvl7pPr>
            <a:lvl8pPr marL="3657600" lvl="7" indent="-609600">
              <a:spcBef>
                <a:spcPts val="0"/>
              </a:spcBef>
              <a:spcAft>
                <a:spcPts val="0"/>
              </a:spcAft>
              <a:buSzPts val="6000"/>
              <a:buChar char="○"/>
              <a:defRPr sz="6000"/>
            </a:lvl8pPr>
            <a:lvl9pPr marL="4114800" lvl="8" indent="-609600">
              <a:spcBef>
                <a:spcPts val="0"/>
              </a:spcBef>
              <a:spcAft>
                <a:spcPts val="0"/>
              </a:spcAft>
              <a:buSzPts val="6000"/>
              <a:buChar char="■"/>
              <a:defRPr sz="6000"/>
            </a:lvl9pPr>
          </a:lstStyle>
          <a:p>
            <a:endParaRPr/>
          </a:p>
        </p:txBody>
      </p:sp>
      <p:sp>
        <p:nvSpPr>
          <p:cNvPr id="31" name="Google Shape;31;p7"/>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623229" y="3746130"/>
            <a:ext cx="21084000" cy="34043400"/>
          </a:xfrm>
          <a:prstGeom prst="rect">
            <a:avLst/>
          </a:prstGeom>
        </p:spPr>
        <p:txBody>
          <a:bodyPr spcFirstLastPara="1" wrap="square" lIns="455425" tIns="455425" rIns="455425" bIns="455425" anchor="ctr" anchorCtr="0">
            <a:normAutofit/>
          </a:bodyPr>
          <a:lstStyle>
            <a:lvl1pPr lvl="0">
              <a:spcBef>
                <a:spcPts val="0"/>
              </a:spcBef>
              <a:spcAft>
                <a:spcPts val="0"/>
              </a:spcAft>
              <a:buSzPts val="23900"/>
              <a:buNone/>
              <a:defRPr sz="23900"/>
            </a:lvl1pPr>
            <a:lvl2pPr lvl="1">
              <a:spcBef>
                <a:spcPts val="0"/>
              </a:spcBef>
              <a:spcAft>
                <a:spcPts val="0"/>
              </a:spcAft>
              <a:buSzPts val="23900"/>
              <a:buNone/>
              <a:defRPr sz="23900"/>
            </a:lvl2pPr>
            <a:lvl3pPr lvl="2">
              <a:spcBef>
                <a:spcPts val="0"/>
              </a:spcBef>
              <a:spcAft>
                <a:spcPts val="0"/>
              </a:spcAft>
              <a:buSzPts val="23900"/>
              <a:buNone/>
              <a:defRPr sz="23900"/>
            </a:lvl3pPr>
            <a:lvl4pPr lvl="3">
              <a:spcBef>
                <a:spcPts val="0"/>
              </a:spcBef>
              <a:spcAft>
                <a:spcPts val="0"/>
              </a:spcAft>
              <a:buSzPts val="23900"/>
              <a:buNone/>
              <a:defRPr sz="23900"/>
            </a:lvl4pPr>
            <a:lvl5pPr lvl="4">
              <a:spcBef>
                <a:spcPts val="0"/>
              </a:spcBef>
              <a:spcAft>
                <a:spcPts val="0"/>
              </a:spcAft>
              <a:buSzPts val="23900"/>
              <a:buNone/>
              <a:defRPr sz="23900"/>
            </a:lvl5pPr>
            <a:lvl6pPr lvl="5">
              <a:spcBef>
                <a:spcPts val="0"/>
              </a:spcBef>
              <a:spcAft>
                <a:spcPts val="0"/>
              </a:spcAft>
              <a:buSzPts val="23900"/>
              <a:buNone/>
              <a:defRPr sz="23900"/>
            </a:lvl6pPr>
            <a:lvl7pPr lvl="6">
              <a:spcBef>
                <a:spcPts val="0"/>
              </a:spcBef>
              <a:spcAft>
                <a:spcPts val="0"/>
              </a:spcAft>
              <a:buSzPts val="23900"/>
              <a:buNone/>
              <a:defRPr sz="23900"/>
            </a:lvl7pPr>
            <a:lvl8pPr lvl="7">
              <a:spcBef>
                <a:spcPts val="0"/>
              </a:spcBef>
              <a:spcAft>
                <a:spcPts val="0"/>
              </a:spcAft>
              <a:buSzPts val="23900"/>
              <a:buNone/>
              <a:defRPr sz="23900"/>
            </a:lvl8pPr>
            <a:lvl9pPr lvl="8">
              <a:spcBef>
                <a:spcPts val="0"/>
              </a:spcBef>
              <a:spcAft>
                <a:spcPts val="0"/>
              </a:spcAft>
              <a:buSzPts val="23900"/>
              <a:buNone/>
              <a:defRPr sz="23900"/>
            </a:lvl9pPr>
          </a:lstStyle>
          <a:p>
            <a:endParaRPr/>
          </a:p>
        </p:txBody>
      </p:sp>
      <p:sp>
        <p:nvSpPr>
          <p:cNvPr id="34" name="Google Shape;34;p8"/>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15138000" y="-1040"/>
            <a:ext cx="15138000" cy="42804000"/>
          </a:xfrm>
          <a:prstGeom prst="rect">
            <a:avLst/>
          </a:prstGeom>
          <a:solidFill>
            <a:schemeClr val="lt2"/>
          </a:solidFill>
          <a:ln>
            <a:noFill/>
          </a:ln>
        </p:spPr>
        <p:txBody>
          <a:bodyPr spcFirstLastPara="1" wrap="square" lIns="455425" tIns="455425" rIns="455425" bIns="455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879077" y="10262433"/>
            <a:ext cx="13393800" cy="12335700"/>
          </a:xfrm>
          <a:prstGeom prst="rect">
            <a:avLst/>
          </a:prstGeom>
        </p:spPr>
        <p:txBody>
          <a:bodyPr spcFirstLastPara="1" wrap="square" lIns="455425" tIns="455425" rIns="455425" bIns="455425" anchor="b" anchorCtr="0">
            <a:normAutofit/>
          </a:bodyPr>
          <a:lstStyle>
            <a:lvl1pPr lvl="0" algn="ctr">
              <a:spcBef>
                <a:spcPts val="0"/>
              </a:spcBef>
              <a:spcAft>
                <a:spcPts val="0"/>
              </a:spcAft>
              <a:buSzPts val="20900"/>
              <a:buNone/>
              <a:defRPr sz="20900"/>
            </a:lvl1pPr>
            <a:lvl2pPr lvl="1" algn="ctr">
              <a:spcBef>
                <a:spcPts val="0"/>
              </a:spcBef>
              <a:spcAft>
                <a:spcPts val="0"/>
              </a:spcAft>
              <a:buSzPts val="20900"/>
              <a:buNone/>
              <a:defRPr sz="20900"/>
            </a:lvl2pPr>
            <a:lvl3pPr lvl="2" algn="ctr">
              <a:spcBef>
                <a:spcPts val="0"/>
              </a:spcBef>
              <a:spcAft>
                <a:spcPts val="0"/>
              </a:spcAft>
              <a:buSzPts val="20900"/>
              <a:buNone/>
              <a:defRPr sz="20900"/>
            </a:lvl3pPr>
            <a:lvl4pPr lvl="3" algn="ctr">
              <a:spcBef>
                <a:spcPts val="0"/>
              </a:spcBef>
              <a:spcAft>
                <a:spcPts val="0"/>
              </a:spcAft>
              <a:buSzPts val="20900"/>
              <a:buNone/>
              <a:defRPr sz="20900"/>
            </a:lvl4pPr>
            <a:lvl5pPr lvl="4" algn="ctr">
              <a:spcBef>
                <a:spcPts val="0"/>
              </a:spcBef>
              <a:spcAft>
                <a:spcPts val="0"/>
              </a:spcAft>
              <a:buSzPts val="20900"/>
              <a:buNone/>
              <a:defRPr sz="20900"/>
            </a:lvl5pPr>
            <a:lvl6pPr lvl="5" algn="ctr">
              <a:spcBef>
                <a:spcPts val="0"/>
              </a:spcBef>
              <a:spcAft>
                <a:spcPts val="0"/>
              </a:spcAft>
              <a:buSzPts val="20900"/>
              <a:buNone/>
              <a:defRPr sz="20900"/>
            </a:lvl6pPr>
            <a:lvl7pPr lvl="6" algn="ctr">
              <a:spcBef>
                <a:spcPts val="0"/>
              </a:spcBef>
              <a:spcAft>
                <a:spcPts val="0"/>
              </a:spcAft>
              <a:buSzPts val="20900"/>
              <a:buNone/>
              <a:defRPr sz="20900"/>
            </a:lvl7pPr>
            <a:lvl8pPr lvl="7" algn="ctr">
              <a:spcBef>
                <a:spcPts val="0"/>
              </a:spcBef>
              <a:spcAft>
                <a:spcPts val="0"/>
              </a:spcAft>
              <a:buSzPts val="20900"/>
              <a:buNone/>
              <a:defRPr sz="20900"/>
            </a:lvl8pPr>
            <a:lvl9pPr lvl="8" algn="ctr">
              <a:spcBef>
                <a:spcPts val="0"/>
              </a:spcBef>
              <a:spcAft>
                <a:spcPts val="0"/>
              </a:spcAft>
              <a:buSzPts val="20900"/>
              <a:buNone/>
              <a:defRPr sz="20900"/>
            </a:lvl9pPr>
          </a:lstStyle>
          <a:p>
            <a:endParaRPr/>
          </a:p>
        </p:txBody>
      </p:sp>
      <p:sp>
        <p:nvSpPr>
          <p:cNvPr id="38" name="Google Shape;38;p9"/>
          <p:cNvSpPr txBox="1">
            <a:spLocks noGrp="1"/>
          </p:cNvSpPr>
          <p:nvPr>
            <p:ph type="subTitle" idx="1"/>
          </p:nvPr>
        </p:nvSpPr>
        <p:spPr>
          <a:xfrm>
            <a:off x="879077" y="23327077"/>
            <a:ext cx="13393800" cy="10278600"/>
          </a:xfrm>
          <a:prstGeom prst="rect">
            <a:avLst/>
          </a:prstGeom>
        </p:spPr>
        <p:txBody>
          <a:bodyPr spcFirstLastPara="1" wrap="square" lIns="455425" tIns="455425" rIns="455425" bIns="455425" anchor="t" anchorCtr="0">
            <a:normAutofit/>
          </a:bodyPr>
          <a:lstStyle>
            <a:lvl1pPr lvl="0" algn="ctr">
              <a:lnSpc>
                <a:spcPct val="100000"/>
              </a:lnSpc>
              <a:spcBef>
                <a:spcPts val="0"/>
              </a:spcBef>
              <a:spcAft>
                <a:spcPts val="0"/>
              </a:spcAft>
              <a:buSzPts val="10500"/>
              <a:buNone/>
              <a:defRPr sz="10500"/>
            </a:lvl1pPr>
            <a:lvl2pPr lvl="1" algn="ctr">
              <a:lnSpc>
                <a:spcPct val="100000"/>
              </a:lnSpc>
              <a:spcBef>
                <a:spcPts val="0"/>
              </a:spcBef>
              <a:spcAft>
                <a:spcPts val="0"/>
              </a:spcAft>
              <a:buSzPts val="10500"/>
              <a:buNone/>
              <a:defRPr sz="10500"/>
            </a:lvl2pPr>
            <a:lvl3pPr lvl="2" algn="ctr">
              <a:lnSpc>
                <a:spcPct val="100000"/>
              </a:lnSpc>
              <a:spcBef>
                <a:spcPts val="0"/>
              </a:spcBef>
              <a:spcAft>
                <a:spcPts val="0"/>
              </a:spcAft>
              <a:buSzPts val="10500"/>
              <a:buNone/>
              <a:defRPr sz="10500"/>
            </a:lvl3pPr>
            <a:lvl4pPr lvl="3" algn="ctr">
              <a:lnSpc>
                <a:spcPct val="100000"/>
              </a:lnSpc>
              <a:spcBef>
                <a:spcPts val="0"/>
              </a:spcBef>
              <a:spcAft>
                <a:spcPts val="0"/>
              </a:spcAft>
              <a:buSzPts val="10500"/>
              <a:buNone/>
              <a:defRPr sz="10500"/>
            </a:lvl4pPr>
            <a:lvl5pPr lvl="4" algn="ctr">
              <a:lnSpc>
                <a:spcPct val="100000"/>
              </a:lnSpc>
              <a:spcBef>
                <a:spcPts val="0"/>
              </a:spcBef>
              <a:spcAft>
                <a:spcPts val="0"/>
              </a:spcAft>
              <a:buSzPts val="10500"/>
              <a:buNone/>
              <a:defRPr sz="10500"/>
            </a:lvl5pPr>
            <a:lvl6pPr lvl="5" algn="ctr">
              <a:lnSpc>
                <a:spcPct val="100000"/>
              </a:lnSpc>
              <a:spcBef>
                <a:spcPts val="0"/>
              </a:spcBef>
              <a:spcAft>
                <a:spcPts val="0"/>
              </a:spcAft>
              <a:buSzPts val="10500"/>
              <a:buNone/>
              <a:defRPr sz="10500"/>
            </a:lvl6pPr>
            <a:lvl7pPr lvl="6" algn="ctr">
              <a:lnSpc>
                <a:spcPct val="100000"/>
              </a:lnSpc>
              <a:spcBef>
                <a:spcPts val="0"/>
              </a:spcBef>
              <a:spcAft>
                <a:spcPts val="0"/>
              </a:spcAft>
              <a:buSzPts val="10500"/>
              <a:buNone/>
              <a:defRPr sz="10500"/>
            </a:lvl7pPr>
            <a:lvl8pPr lvl="7" algn="ctr">
              <a:lnSpc>
                <a:spcPct val="100000"/>
              </a:lnSpc>
              <a:spcBef>
                <a:spcPts val="0"/>
              </a:spcBef>
              <a:spcAft>
                <a:spcPts val="0"/>
              </a:spcAft>
              <a:buSzPts val="10500"/>
              <a:buNone/>
              <a:defRPr sz="10500"/>
            </a:lvl8pPr>
            <a:lvl9pPr lvl="8" algn="ctr">
              <a:lnSpc>
                <a:spcPct val="100000"/>
              </a:lnSpc>
              <a:spcBef>
                <a:spcPts val="0"/>
              </a:spcBef>
              <a:spcAft>
                <a:spcPts val="0"/>
              </a:spcAft>
              <a:buSzPts val="10500"/>
              <a:buNone/>
              <a:defRPr sz="10500"/>
            </a:lvl9pPr>
          </a:lstStyle>
          <a:p>
            <a:endParaRPr/>
          </a:p>
        </p:txBody>
      </p:sp>
      <p:sp>
        <p:nvSpPr>
          <p:cNvPr id="39" name="Google Shape;39;p9"/>
          <p:cNvSpPr txBox="1">
            <a:spLocks noGrp="1"/>
          </p:cNvSpPr>
          <p:nvPr>
            <p:ph type="body" idx="2"/>
          </p:nvPr>
        </p:nvSpPr>
        <p:spPr>
          <a:xfrm>
            <a:off x="16354801" y="6025723"/>
            <a:ext cx="12704400" cy="30750600"/>
          </a:xfrm>
          <a:prstGeom prst="rect">
            <a:avLst/>
          </a:prstGeom>
        </p:spPr>
        <p:txBody>
          <a:bodyPr spcFirstLastPara="1" wrap="square" lIns="455425" tIns="455425" rIns="455425" bIns="455425" anchor="ctr" anchorCtr="0">
            <a:normAutofit/>
          </a:bodyPr>
          <a:lstStyle>
            <a:lvl1pPr marL="457200" lvl="0" indent="-800100">
              <a:spcBef>
                <a:spcPts val="0"/>
              </a:spcBef>
              <a:spcAft>
                <a:spcPts val="0"/>
              </a:spcAft>
              <a:buSzPts val="9000"/>
              <a:buChar char="●"/>
              <a:defRPr/>
            </a:lvl1pPr>
            <a:lvl2pPr marL="914400" lvl="1" indent="-673100">
              <a:spcBef>
                <a:spcPts val="0"/>
              </a:spcBef>
              <a:spcAft>
                <a:spcPts val="0"/>
              </a:spcAft>
              <a:buSzPts val="7000"/>
              <a:buChar char="○"/>
              <a:defRPr/>
            </a:lvl2pPr>
            <a:lvl3pPr marL="1371600" lvl="2" indent="-673100">
              <a:spcBef>
                <a:spcPts val="0"/>
              </a:spcBef>
              <a:spcAft>
                <a:spcPts val="0"/>
              </a:spcAft>
              <a:buSzPts val="7000"/>
              <a:buChar char="■"/>
              <a:defRPr/>
            </a:lvl3pPr>
            <a:lvl4pPr marL="1828800" lvl="3" indent="-673100">
              <a:spcBef>
                <a:spcPts val="0"/>
              </a:spcBef>
              <a:spcAft>
                <a:spcPts val="0"/>
              </a:spcAft>
              <a:buSzPts val="7000"/>
              <a:buChar char="●"/>
              <a:defRPr/>
            </a:lvl4pPr>
            <a:lvl5pPr marL="2286000" lvl="4" indent="-673100">
              <a:spcBef>
                <a:spcPts val="0"/>
              </a:spcBef>
              <a:spcAft>
                <a:spcPts val="0"/>
              </a:spcAft>
              <a:buSzPts val="7000"/>
              <a:buChar char="○"/>
              <a:defRPr/>
            </a:lvl5pPr>
            <a:lvl6pPr marL="2743200" lvl="5" indent="-673100">
              <a:spcBef>
                <a:spcPts val="0"/>
              </a:spcBef>
              <a:spcAft>
                <a:spcPts val="0"/>
              </a:spcAft>
              <a:buSzPts val="7000"/>
              <a:buChar char="■"/>
              <a:defRPr/>
            </a:lvl6pPr>
            <a:lvl7pPr marL="3200400" lvl="6" indent="-673100">
              <a:spcBef>
                <a:spcPts val="0"/>
              </a:spcBef>
              <a:spcAft>
                <a:spcPts val="0"/>
              </a:spcAft>
              <a:buSzPts val="7000"/>
              <a:buChar char="●"/>
              <a:defRPr/>
            </a:lvl7pPr>
            <a:lvl8pPr marL="3657600" lvl="7" indent="-673100">
              <a:spcBef>
                <a:spcPts val="0"/>
              </a:spcBef>
              <a:spcAft>
                <a:spcPts val="0"/>
              </a:spcAft>
              <a:buSzPts val="7000"/>
              <a:buChar char="○"/>
              <a:defRPr/>
            </a:lvl8pPr>
            <a:lvl9pPr marL="4114800" lvl="8" indent="-673100">
              <a:spcBef>
                <a:spcPts val="0"/>
              </a:spcBef>
              <a:spcAft>
                <a:spcPts val="0"/>
              </a:spcAft>
              <a:buSzPts val="7000"/>
              <a:buChar char="■"/>
              <a:defRPr/>
            </a:lvl9pPr>
          </a:lstStyle>
          <a:p>
            <a:endParaRPr/>
          </a:p>
        </p:txBody>
      </p:sp>
      <p:sp>
        <p:nvSpPr>
          <p:cNvPr id="40" name="Google Shape;40;p9"/>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1032046" y="35206675"/>
            <a:ext cx="19862100" cy="5035500"/>
          </a:xfrm>
          <a:prstGeom prst="rect">
            <a:avLst/>
          </a:prstGeom>
        </p:spPr>
        <p:txBody>
          <a:bodyPr spcFirstLastPara="1" wrap="square" lIns="455425" tIns="455425" rIns="455425" bIns="455425" anchor="ctr" anchorCtr="0">
            <a:normAutofit/>
          </a:bodyPr>
          <a:lstStyle>
            <a:lvl1pPr marL="457200" lvl="0" indent="-228600">
              <a:lnSpc>
                <a:spcPct val="100000"/>
              </a:lnSpc>
              <a:spcBef>
                <a:spcPts val="0"/>
              </a:spcBef>
              <a:spcAft>
                <a:spcPts val="0"/>
              </a:spcAft>
              <a:buSzPts val="9000"/>
              <a:buNone/>
              <a:defRPr/>
            </a:lvl1pPr>
          </a:lstStyle>
          <a:p>
            <a:endParaRPr/>
          </a:p>
        </p:txBody>
      </p:sp>
      <p:sp>
        <p:nvSpPr>
          <p:cNvPr id="43" name="Google Shape;43;p10"/>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1032046" y="9205128"/>
            <a:ext cx="28212000" cy="16340100"/>
          </a:xfrm>
          <a:prstGeom prst="rect">
            <a:avLst/>
          </a:prstGeom>
        </p:spPr>
        <p:txBody>
          <a:bodyPr spcFirstLastPara="1" wrap="square" lIns="455425" tIns="455425" rIns="455425" bIns="455425" anchor="b" anchorCtr="0">
            <a:normAutofit/>
          </a:bodyPr>
          <a:lstStyle>
            <a:lvl1pPr lvl="0" algn="ctr">
              <a:spcBef>
                <a:spcPts val="0"/>
              </a:spcBef>
              <a:spcAft>
                <a:spcPts val="0"/>
              </a:spcAft>
              <a:buSzPts val="59800"/>
              <a:buNone/>
              <a:defRPr sz="59800"/>
            </a:lvl1pPr>
            <a:lvl2pPr lvl="1" algn="ctr">
              <a:spcBef>
                <a:spcPts val="0"/>
              </a:spcBef>
              <a:spcAft>
                <a:spcPts val="0"/>
              </a:spcAft>
              <a:buSzPts val="59800"/>
              <a:buNone/>
              <a:defRPr sz="59800"/>
            </a:lvl2pPr>
            <a:lvl3pPr lvl="2" algn="ctr">
              <a:spcBef>
                <a:spcPts val="0"/>
              </a:spcBef>
              <a:spcAft>
                <a:spcPts val="0"/>
              </a:spcAft>
              <a:buSzPts val="59800"/>
              <a:buNone/>
              <a:defRPr sz="59800"/>
            </a:lvl3pPr>
            <a:lvl4pPr lvl="3" algn="ctr">
              <a:spcBef>
                <a:spcPts val="0"/>
              </a:spcBef>
              <a:spcAft>
                <a:spcPts val="0"/>
              </a:spcAft>
              <a:buSzPts val="59800"/>
              <a:buNone/>
              <a:defRPr sz="59800"/>
            </a:lvl4pPr>
            <a:lvl5pPr lvl="4" algn="ctr">
              <a:spcBef>
                <a:spcPts val="0"/>
              </a:spcBef>
              <a:spcAft>
                <a:spcPts val="0"/>
              </a:spcAft>
              <a:buSzPts val="59800"/>
              <a:buNone/>
              <a:defRPr sz="59800"/>
            </a:lvl5pPr>
            <a:lvl6pPr lvl="5" algn="ctr">
              <a:spcBef>
                <a:spcPts val="0"/>
              </a:spcBef>
              <a:spcAft>
                <a:spcPts val="0"/>
              </a:spcAft>
              <a:buSzPts val="59800"/>
              <a:buNone/>
              <a:defRPr sz="59800"/>
            </a:lvl6pPr>
            <a:lvl7pPr lvl="6" algn="ctr">
              <a:spcBef>
                <a:spcPts val="0"/>
              </a:spcBef>
              <a:spcAft>
                <a:spcPts val="0"/>
              </a:spcAft>
              <a:buSzPts val="59800"/>
              <a:buNone/>
              <a:defRPr sz="59800"/>
            </a:lvl7pPr>
            <a:lvl8pPr lvl="7" algn="ctr">
              <a:spcBef>
                <a:spcPts val="0"/>
              </a:spcBef>
              <a:spcAft>
                <a:spcPts val="0"/>
              </a:spcAft>
              <a:buSzPts val="59800"/>
              <a:buNone/>
              <a:defRPr sz="59800"/>
            </a:lvl8pPr>
            <a:lvl9pPr lvl="8" algn="ctr">
              <a:spcBef>
                <a:spcPts val="0"/>
              </a:spcBef>
              <a:spcAft>
                <a:spcPts val="0"/>
              </a:spcAft>
              <a:buSzPts val="59800"/>
              <a:buNone/>
              <a:defRPr sz="59800"/>
            </a:lvl9pPr>
          </a:lstStyle>
          <a:p>
            <a:r>
              <a:t>xx%</a:t>
            </a:r>
          </a:p>
        </p:txBody>
      </p:sp>
      <p:sp>
        <p:nvSpPr>
          <p:cNvPr id="46" name="Google Shape;46;p11"/>
          <p:cNvSpPr txBox="1">
            <a:spLocks noGrp="1"/>
          </p:cNvSpPr>
          <p:nvPr>
            <p:ph type="body" idx="1"/>
          </p:nvPr>
        </p:nvSpPr>
        <p:spPr>
          <a:xfrm>
            <a:off x="1032046" y="26232690"/>
            <a:ext cx="28212000" cy="10825200"/>
          </a:xfrm>
          <a:prstGeom prst="rect">
            <a:avLst/>
          </a:prstGeom>
        </p:spPr>
        <p:txBody>
          <a:bodyPr spcFirstLastPara="1" wrap="square" lIns="455425" tIns="455425" rIns="455425" bIns="455425" anchor="t" anchorCtr="0">
            <a:normAutofit/>
          </a:bodyPr>
          <a:lstStyle>
            <a:lvl1pPr marL="457200" lvl="0" indent="-800100" algn="ctr">
              <a:spcBef>
                <a:spcPts val="0"/>
              </a:spcBef>
              <a:spcAft>
                <a:spcPts val="0"/>
              </a:spcAft>
              <a:buSzPts val="9000"/>
              <a:buChar char="●"/>
              <a:defRPr/>
            </a:lvl1pPr>
            <a:lvl2pPr marL="914400" lvl="1" indent="-673100" algn="ctr">
              <a:spcBef>
                <a:spcPts val="0"/>
              </a:spcBef>
              <a:spcAft>
                <a:spcPts val="0"/>
              </a:spcAft>
              <a:buSzPts val="7000"/>
              <a:buChar char="○"/>
              <a:defRPr/>
            </a:lvl2pPr>
            <a:lvl3pPr marL="1371600" lvl="2" indent="-673100" algn="ctr">
              <a:spcBef>
                <a:spcPts val="0"/>
              </a:spcBef>
              <a:spcAft>
                <a:spcPts val="0"/>
              </a:spcAft>
              <a:buSzPts val="7000"/>
              <a:buChar char="■"/>
              <a:defRPr/>
            </a:lvl3pPr>
            <a:lvl4pPr marL="1828800" lvl="3" indent="-673100" algn="ctr">
              <a:spcBef>
                <a:spcPts val="0"/>
              </a:spcBef>
              <a:spcAft>
                <a:spcPts val="0"/>
              </a:spcAft>
              <a:buSzPts val="7000"/>
              <a:buChar char="●"/>
              <a:defRPr/>
            </a:lvl4pPr>
            <a:lvl5pPr marL="2286000" lvl="4" indent="-673100" algn="ctr">
              <a:spcBef>
                <a:spcPts val="0"/>
              </a:spcBef>
              <a:spcAft>
                <a:spcPts val="0"/>
              </a:spcAft>
              <a:buSzPts val="7000"/>
              <a:buChar char="○"/>
              <a:defRPr/>
            </a:lvl5pPr>
            <a:lvl6pPr marL="2743200" lvl="5" indent="-673100" algn="ctr">
              <a:spcBef>
                <a:spcPts val="0"/>
              </a:spcBef>
              <a:spcAft>
                <a:spcPts val="0"/>
              </a:spcAft>
              <a:buSzPts val="7000"/>
              <a:buChar char="■"/>
              <a:defRPr/>
            </a:lvl6pPr>
            <a:lvl7pPr marL="3200400" lvl="6" indent="-673100" algn="ctr">
              <a:spcBef>
                <a:spcPts val="0"/>
              </a:spcBef>
              <a:spcAft>
                <a:spcPts val="0"/>
              </a:spcAft>
              <a:buSzPts val="7000"/>
              <a:buChar char="●"/>
              <a:defRPr/>
            </a:lvl7pPr>
            <a:lvl8pPr marL="3657600" lvl="7" indent="-673100" algn="ctr">
              <a:spcBef>
                <a:spcPts val="0"/>
              </a:spcBef>
              <a:spcAft>
                <a:spcPts val="0"/>
              </a:spcAft>
              <a:buSzPts val="7000"/>
              <a:buChar char="○"/>
              <a:defRPr/>
            </a:lvl8pPr>
            <a:lvl9pPr marL="4114800" lvl="8" indent="-673100" algn="ctr">
              <a:spcBef>
                <a:spcPts val="0"/>
              </a:spcBef>
              <a:spcAft>
                <a:spcPts val="0"/>
              </a:spcAft>
              <a:buSzPts val="7000"/>
              <a:buChar char="■"/>
              <a:defRPr/>
            </a:lvl9pPr>
          </a:lstStyle>
          <a:p>
            <a:endParaRPr/>
          </a:p>
        </p:txBody>
      </p:sp>
      <p:sp>
        <p:nvSpPr>
          <p:cNvPr id="47" name="Google Shape;47;p11"/>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032046" y="3703480"/>
            <a:ext cx="28212000" cy="4766100"/>
          </a:xfrm>
          <a:prstGeom prst="rect">
            <a:avLst/>
          </a:prstGeom>
          <a:noFill/>
          <a:ln>
            <a:noFill/>
          </a:ln>
        </p:spPr>
        <p:txBody>
          <a:bodyPr spcFirstLastPara="1" wrap="square" lIns="455425" tIns="455425" rIns="455425" bIns="455425" anchor="t" anchorCtr="0">
            <a:normAutofit/>
          </a:bodyPr>
          <a:lstStyle>
            <a:lvl1pPr lvl="0">
              <a:spcBef>
                <a:spcPts val="0"/>
              </a:spcBef>
              <a:spcAft>
                <a:spcPts val="0"/>
              </a:spcAft>
              <a:buClr>
                <a:schemeClr val="dk1"/>
              </a:buClr>
              <a:buSzPts val="13900"/>
              <a:buNone/>
              <a:defRPr sz="13900">
                <a:solidFill>
                  <a:schemeClr val="dk1"/>
                </a:solidFill>
              </a:defRPr>
            </a:lvl1pPr>
            <a:lvl2pPr lvl="1">
              <a:spcBef>
                <a:spcPts val="0"/>
              </a:spcBef>
              <a:spcAft>
                <a:spcPts val="0"/>
              </a:spcAft>
              <a:buClr>
                <a:schemeClr val="dk1"/>
              </a:buClr>
              <a:buSzPts val="13900"/>
              <a:buNone/>
              <a:defRPr sz="13900">
                <a:solidFill>
                  <a:schemeClr val="dk1"/>
                </a:solidFill>
              </a:defRPr>
            </a:lvl2pPr>
            <a:lvl3pPr lvl="2">
              <a:spcBef>
                <a:spcPts val="0"/>
              </a:spcBef>
              <a:spcAft>
                <a:spcPts val="0"/>
              </a:spcAft>
              <a:buClr>
                <a:schemeClr val="dk1"/>
              </a:buClr>
              <a:buSzPts val="13900"/>
              <a:buNone/>
              <a:defRPr sz="13900">
                <a:solidFill>
                  <a:schemeClr val="dk1"/>
                </a:solidFill>
              </a:defRPr>
            </a:lvl3pPr>
            <a:lvl4pPr lvl="3">
              <a:spcBef>
                <a:spcPts val="0"/>
              </a:spcBef>
              <a:spcAft>
                <a:spcPts val="0"/>
              </a:spcAft>
              <a:buClr>
                <a:schemeClr val="dk1"/>
              </a:buClr>
              <a:buSzPts val="13900"/>
              <a:buNone/>
              <a:defRPr sz="13900">
                <a:solidFill>
                  <a:schemeClr val="dk1"/>
                </a:solidFill>
              </a:defRPr>
            </a:lvl4pPr>
            <a:lvl5pPr lvl="4">
              <a:spcBef>
                <a:spcPts val="0"/>
              </a:spcBef>
              <a:spcAft>
                <a:spcPts val="0"/>
              </a:spcAft>
              <a:buClr>
                <a:schemeClr val="dk1"/>
              </a:buClr>
              <a:buSzPts val="13900"/>
              <a:buNone/>
              <a:defRPr sz="13900">
                <a:solidFill>
                  <a:schemeClr val="dk1"/>
                </a:solidFill>
              </a:defRPr>
            </a:lvl5pPr>
            <a:lvl6pPr lvl="5">
              <a:spcBef>
                <a:spcPts val="0"/>
              </a:spcBef>
              <a:spcAft>
                <a:spcPts val="0"/>
              </a:spcAft>
              <a:buClr>
                <a:schemeClr val="dk1"/>
              </a:buClr>
              <a:buSzPts val="13900"/>
              <a:buNone/>
              <a:defRPr sz="13900">
                <a:solidFill>
                  <a:schemeClr val="dk1"/>
                </a:solidFill>
              </a:defRPr>
            </a:lvl6pPr>
            <a:lvl7pPr lvl="6">
              <a:spcBef>
                <a:spcPts val="0"/>
              </a:spcBef>
              <a:spcAft>
                <a:spcPts val="0"/>
              </a:spcAft>
              <a:buClr>
                <a:schemeClr val="dk1"/>
              </a:buClr>
              <a:buSzPts val="13900"/>
              <a:buNone/>
              <a:defRPr sz="13900">
                <a:solidFill>
                  <a:schemeClr val="dk1"/>
                </a:solidFill>
              </a:defRPr>
            </a:lvl7pPr>
            <a:lvl8pPr lvl="7">
              <a:spcBef>
                <a:spcPts val="0"/>
              </a:spcBef>
              <a:spcAft>
                <a:spcPts val="0"/>
              </a:spcAft>
              <a:buClr>
                <a:schemeClr val="dk1"/>
              </a:buClr>
              <a:buSzPts val="13900"/>
              <a:buNone/>
              <a:defRPr sz="13900">
                <a:solidFill>
                  <a:schemeClr val="dk1"/>
                </a:solidFill>
              </a:defRPr>
            </a:lvl8pPr>
            <a:lvl9pPr lvl="8">
              <a:spcBef>
                <a:spcPts val="0"/>
              </a:spcBef>
              <a:spcAft>
                <a:spcPts val="0"/>
              </a:spcAft>
              <a:buClr>
                <a:schemeClr val="dk1"/>
              </a:buClr>
              <a:buSzPts val="13900"/>
              <a:buNone/>
              <a:defRPr sz="13900">
                <a:solidFill>
                  <a:schemeClr val="dk1"/>
                </a:solidFill>
              </a:defRPr>
            </a:lvl9pPr>
          </a:lstStyle>
          <a:p>
            <a:endParaRPr/>
          </a:p>
        </p:txBody>
      </p:sp>
      <p:sp>
        <p:nvSpPr>
          <p:cNvPr id="7" name="Google Shape;7;p1"/>
          <p:cNvSpPr txBox="1">
            <a:spLocks noGrp="1"/>
          </p:cNvSpPr>
          <p:nvPr>
            <p:ph type="body" idx="1"/>
          </p:nvPr>
        </p:nvSpPr>
        <p:spPr>
          <a:xfrm>
            <a:off x="1032046" y="9590851"/>
            <a:ext cx="28212000" cy="28431000"/>
          </a:xfrm>
          <a:prstGeom prst="rect">
            <a:avLst/>
          </a:prstGeom>
          <a:noFill/>
          <a:ln>
            <a:noFill/>
          </a:ln>
        </p:spPr>
        <p:txBody>
          <a:bodyPr spcFirstLastPara="1" wrap="square" lIns="455425" tIns="455425" rIns="455425" bIns="455425" anchor="t" anchorCtr="0">
            <a:normAutofit/>
          </a:bodyPr>
          <a:lstStyle>
            <a:lvl1pPr marL="457200" lvl="0" indent="-800100">
              <a:lnSpc>
                <a:spcPct val="115000"/>
              </a:lnSpc>
              <a:spcBef>
                <a:spcPts val="0"/>
              </a:spcBef>
              <a:spcAft>
                <a:spcPts val="0"/>
              </a:spcAft>
              <a:buClr>
                <a:schemeClr val="dk2"/>
              </a:buClr>
              <a:buSzPts val="9000"/>
              <a:buChar char="●"/>
              <a:defRPr sz="9000">
                <a:solidFill>
                  <a:schemeClr val="dk2"/>
                </a:solidFill>
              </a:defRPr>
            </a:lvl1pPr>
            <a:lvl2pPr marL="914400" lvl="1" indent="-673100">
              <a:lnSpc>
                <a:spcPct val="115000"/>
              </a:lnSpc>
              <a:spcBef>
                <a:spcPts val="0"/>
              </a:spcBef>
              <a:spcAft>
                <a:spcPts val="0"/>
              </a:spcAft>
              <a:buClr>
                <a:schemeClr val="dk2"/>
              </a:buClr>
              <a:buSzPts val="7000"/>
              <a:buChar char="○"/>
              <a:defRPr sz="7000">
                <a:solidFill>
                  <a:schemeClr val="dk2"/>
                </a:solidFill>
              </a:defRPr>
            </a:lvl2pPr>
            <a:lvl3pPr marL="1371600" lvl="2" indent="-673100">
              <a:lnSpc>
                <a:spcPct val="115000"/>
              </a:lnSpc>
              <a:spcBef>
                <a:spcPts val="0"/>
              </a:spcBef>
              <a:spcAft>
                <a:spcPts val="0"/>
              </a:spcAft>
              <a:buClr>
                <a:schemeClr val="dk2"/>
              </a:buClr>
              <a:buSzPts val="7000"/>
              <a:buChar char="■"/>
              <a:defRPr sz="7000">
                <a:solidFill>
                  <a:schemeClr val="dk2"/>
                </a:solidFill>
              </a:defRPr>
            </a:lvl3pPr>
            <a:lvl4pPr marL="1828800" lvl="3" indent="-673100">
              <a:lnSpc>
                <a:spcPct val="115000"/>
              </a:lnSpc>
              <a:spcBef>
                <a:spcPts val="0"/>
              </a:spcBef>
              <a:spcAft>
                <a:spcPts val="0"/>
              </a:spcAft>
              <a:buClr>
                <a:schemeClr val="dk2"/>
              </a:buClr>
              <a:buSzPts val="7000"/>
              <a:buChar char="●"/>
              <a:defRPr sz="7000">
                <a:solidFill>
                  <a:schemeClr val="dk2"/>
                </a:solidFill>
              </a:defRPr>
            </a:lvl4pPr>
            <a:lvl5pPr marL="2286000" lvl="4" indent="-673100">
              <a:lnSpc>
                <a:spcPct val="115000"/>
              </a:lnSpc>
              <a:spcBef>
                <a:spcPts val="0"/>
              </a:spcBef>
              <a:spcAft>
                <a:spcPts val="0"/>
              </a:spcAft>
              <a:buClr>
                <a:schemeClr val="dk2"/>
              </a:buClr>
              <a:buSzPts val="7000"/>
              <a:buChar char="○"/>
              <a:defRPr sz="7000">
                <a:solidFill>
                  <a:schemeClr val="dk2"/>
                </a:solidFill>
              </a:defRPr>
            </a:lvl5pPr>
            <a:lvl6pPr marL="2743200" lvl="5" indent="-673100">
              <a:lnSpc>
                <a:spcPct val="115000"/>
              </a:lnSpc>
              <a:spcBef>
                <a:spcPts val="0"/>
              </a:spcBef>
              <a:spcAft>
                <a:spcPts val="0"/>
              </a:spcAft>
              <a:buClr>
                <a:schemeClr val="dk2"/>
              </a:buClr>
              <a:buSzPts val="7000"/>
              <a:buChar char="■"/>
              <a:defRPr sz="7000">
                <a:solidFill>
                  <a:schemeClr val="dk2"/>
                </a:solidFill>
              </a:defRPr>
            </a:lvl6pPr>
            <a:lvl7pPr marL="3200400" lvl="6" indent="-673100">
              <a:lnSpc>
                <a:spcPct val="115000"/>
              </a:lnSpc>
              <a:spcBef>
                <a:spcPts val="0"/>
              </a:spcBef>
              <a:spcAft>
                <a:spcPts val="0"/>
              </a:spcAft>
              <a:buClr>
                <a:schemeClr val="dk2"/>
              </a:buClr>
              <a:buSzPts val="7000"/>
              <a:buChar char="●"/>
              <a:defRPr sz="7000">
                <a:solidFill>
                  <a:schemeClr val="dk2"/>
                </a:solidFill>
              </a:defRPr>
            </a:lvl7pPr>
            <a:lvl8pPr marL="3657600" lvl="7" indent="-673100">
              <a:lnSpc>
                <a:spcPct val="115000"/>
              </a:lnSpc>
              <a:spcBef>
                <a:spcPts val="0"/>
              </a:spcBef>
              <a:spcAft>
                <a:spcPts val="0"/>
              </a:spcAft>
              <a:buClr>
                <a:schemeClr val="dk2"/>
              </a:buClr>
              <a:buSzPts val="7000"/>
              <a:buChar char="○"/>
              <a:defRPr sz="7000">
                <a:solidFill>
                  <a:schemeClr val="dk2"/>
                </a:solidFill>
              </a:defRPr>
            </a:lvl8pPr>
            <a:lvl9pPr marL="4114800" lvl="8" indent="-673100">
              <a:lnSpc>
                <a:spcPct val="115000"/>
              </a:lnSpc>
              <a:spcBef>
                <a:spcPts val="0"/>
              </a:spcBef>
              <a:spcAft>
                <a:spcPts val="0"/>
              </a:spcAft>
              <a:buClr>
                <a:schemeClr val="dk2"/>
              </a:buClr>
              <a:buSzPts val="7000"/>
              <a:buChar char="■"/>
              <a:defRPr sz="7000">
                <a:solidFill>
                  <a:schemeClr val="dk2"/>
                </a:solidFill>
              </a:defRPr>
            </a:lvl9pPr>
          </a:lstStyle>
          <a:p>
            <a:endParaRPr/>
          </a:p>
        </p:txBody>
      </p:sp>
      <p:sp>
        <p:nvSpPr>
          <p:cNvPr id="8" name="Google Shape;8;p1"/>
          <p:cNvSpPr txBox="1">
            <a:spLocks noGrp="1"/>
          </p:cNvSpPr>
          <p:nvPr>
            <p:ph type="sldNum" idx="12"/>
          </p:nvPr>
        </p:nvSpPr>
        <p:spPr>
          <a:xfrm>
            <a:off x="28052508" y="38807103"/>
            <a:ext cx="1816800" cy="3275400"/>
          </a:xfrm>
          <a:prstGeom prst="rect">
            <a:avLst/>
          </a:prstGeom>
          <a:noFill/>
          <a:ln>
            <a:noFill/>
          </a:ln>
        </p:spPr>
        <p:txBody>
          <a:bodyPr spcFirstLastPara="1" wrap="square" lIns="455425" tIns="455425" rIns="455425" bIns="455425" anchor="ctr" anchorCtr="0">
            <a:normAutofit/>
          </a:bodyPr>
          <a:lstStyle>
            <a:lvl1pPr lvl="0" algn="r">
              <a:buNone/>
              <a:defRPr sz="5000">
                <a:solidFill>
                  <a:schemeClr val="dk2"/>
                </a:solidFill>
              </a:defRPr>
            </a:lvl1pPr>
            <a:lvl2pPr lvl="1" algn="r">
              <a:buNone/>
              <a:defRPr sz="5000">
                <a:solidFill>
                  <a:schemeClr val="dk2"/>
                </a:solidFill>
              </a:defRPr>
            </a:lvl2pPr>
            <a:lvl3pPr lvl="2" algn="r">
              <a:buNone/>
              <a:defRPr sz="5000">
                <a:solidFill>
                  <a:schemeClr val="dk2"/>
                </a:solidFill>
              </a:defRPr>
            </a:lvl3pPr>
            <a:lvl4pPr lvl="3" algn="r">
              <a:buNone/>
              <a:defRPr sz="5000">
                <a:solidFill>
                  <a:schemeClr val="dk2"/>
                </a:solidFill>
              </a:defRPr>
            </a:lvl4pPr>
            <a:lvl5pPr lvl="4" algn="r">
              <a:buNone/>
              <a:defRPr sz="5000">
                <a:solidFill>
                  <a:schemeClr val="dk2"/>
                </a:solidFill>
              </a:defRPr>
            </a:lvl5pPr>
            <a:lvl6pPr lvl="5" algn="r">
              <a:buNone/>
              <a:defRPr sz="5000">
                <a:solidFill>
                  <a:schemeClr val="dk2"/>
                </a:solidFill>
              </a:defRPr>
            </a:lvl6pPr>
            <a:lvl7pPr lvl="6" algn="r">
              <a:buNone/>
              <a:defRPr sz="5000">
                <a:solidFill>
                  <a:schemeClr val="dk2"/>
                </a:solidFill>
              </a:defRPr>
            </a:lvl7pPr>
            <a:lvl8pPr lvl="7" algn="r">
              <a:buNone/>
              <a:defRPr sz="5000">
                <a:solidFill>
                  <a:schemeClr val="dk2"/>
                </a:solidFill>
              </a:defRPr>
            </a:lvl8pPr>
            <a:lvl9pPr lvl="8" algn="r">
              <a:buNone/>
              <a:defRPr sz="5000">
                <a:solidFill>
                  <a:schemeClr val="dk2"/>
                </a:solidFill>
              </a:defRPr>
            </a:lvl9pPr>
          </a:lstStyle>
          <a:p>
            <a:pPr marL="0" lvl="0" indent="0" algn="r" rtl="0">
              <a:spcBef>
                <a:spcPts val="0"/>
              </a:spcBef>
              <a:spcAft>
                <a:spcPts val="0"/>
              </a:spcAft>
              <a:buNone/>
            </a:pPr>
            <a:fld id="{00000000-1234-1234-1234-123412341234}" type="slidenum">
              <a:rPr lang="en"/>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4.png"/><Relationship Id="rId5" Type="http://schemas.openxmlformats.org/officeDocument/2006/relationships/image" Target="../media/image3.jp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53"/>
        <p:cNvGrpSpPr/>
        <p:nvPr/>
      </p:nvGrpSpPr>
      <p:grpSpPr>
        <a:xfrm>
          <a:off x="0" y="0"/>
          <a:ext cx="0" cy="0"/>
          <a:chOff x="0" y="0"/>
          <a:chExt cx="0" cy="0"/>
        </a:xfrm>
      </p:grpSpPr>
      <p:sp>
        <p:nvSpPr>
          <p:cNvPr id="55" name="Google Shape;55;p13"/>
          <p:cNvSpPr txBox="1"/>
          <p:nvPr/>
        </p:nvSpPr>
        <p:spPr>
          <a:xfrm>
            <a:off x="1060250" y="22371025"/>
            <a:ext cx="13463400" cy="10966500"/>
          </a:xfrm>
          <a:prstGeom prst="rect">
            <a:avLst/>
          </a:prstGeom>
          <a:noFill/>
          <a:ln>
            <a:noFill/>
          </a:ln>
        </p:spPr>
        <p:txBody>
          <a:bodyPr spcFirstLastPara="1" wrap="square" lIns="91425" tIns="91425" rIns="91425" bIns="91425" anchor="t" anchorCtr="0">
            <a:noAutofit/>
          </a:bodyPr>
          <a:lstStyle/>
          <a:p>
            <a:pPr lvl="0" algn="l" rtl="0">
              <a:spcBef>
                <a:spcPts val="0"/>
              </a:spcBef>
              <a:spcAft>
                <a:spcPts val="0"/>
              </a:spcAft>
              <a:buClr>
                <a:schemeClr val="dk2"/>
              </a:buClr>
              <a:buSzPts val="4000"/>
            </a:pPr>
            <a:endParaRPr sz="4000" dirty="0">
              <a:solidFill>
                <a:schemeClr val="dk2"/>
              </a:solidFill>
            </a:endParaRPr>
          </a:p>
        </p:txBody>
      </p:sp>
      <p:sp>
        <p:nvSpPr>
          <p:cNvPr id="56" name="Google Shape;56;p13"/>
          <p:cNvSpPr txBox="1"/>
          <p:nvPr/>
        </p:nvSpPr>
        <p:spPr>
          <a:xfrm>
            <a:off x="-169776" y="923446"/>
            <a:ext cx="29349900" cy="1273200"/>
          </a:xfrm>
          <a:prstGeom prst="rect">
            <a:avLst/>
          </a:prstGeom>
          <a:noFill/>
          <a:ln>
            <a:noFill/>
          </a:ln>
        </p:spPr>
        <p:txBody>
          <a:bodyPr spcFirstLastPara="1" wrap="square" lIns="101925" tIns="101925" rIns="101925" bIns="101925" anchor="t" anchorCtr="0">
            <a:noAutofit/>
          </a:bodyPr>
          <a:lstStyle/>
          <a:p>
            <a:pPr lvl="0" algn="ctr">
              <a:lnSpc>
                <a:spcPct val="85000"/>
              </a:lnSpc>
            </a:pPr>
            <a:r>
              <a:rPr lang="en-US" sz="8000" dirty="0"/>
              <a:t>From Censorship to Detoxification: </a:t>
            </a:r>
          </a:p>
          <a:p>
            <a:pPr lvl="0" algn="ctr">
              <a:lnSpc>
                <a:spcPct val="85000"/>
              </a:lnSpc>
            </a:pPr>
            <a:r>
              <a:rPr lang="en-US" sz="8000" dirty="0"/>
              <a:t>Rewriting of Harmful Meme </a:t>
            </a:r>
            <a:endParaRPr sz="8000" dirty="0">
              <a:solidFill>
                <a:srgbClr val="143264"/>
              </a:solidFill>
            </a:endParaRPr>
          </a:p>
        </p:txBody>
      </p:sp>
      <p:sp>
        <p:nvSpPr>
          <p:cNvPr id="57" name="Google Shape;57;p13"/>
          <p:cNvSpPr txBox="1"/>
          <p:nvPr/>
        </p:nvSpPr>
        <p:spPr>
          <a:xfrm>
            <a:off x="15576250" y="4725969"/>
            <a:ext cx="13500000" cy="1036800"/>
          </a:xfrm>
          <a:prstGeom prst="rect">
            <a:avLst/>
          </a:prstGeom>
          <a:noFill/>
          <a:ln>
            <a:noFill/>
          </a:ln>
        </p:spPr>
        <p:txBody>
          <a:bodyPr spcFirstLastPara="1" wrap="square" lIns="101925" tIns="101925" rIns="101925" bIns="101925" anchor="t" anchorCtr="0">
            <a:noAutofit/>
          </a:bodyPr>
          <a:lstStyle/>
          <a:p>
            <a:pPr marL="0" lvl="0" indent="0" algn="l" rtl="0">
              <a:spcBef>
                <a:spcPts val="0"/>
              </a:spcBef>
              <a:spcAft>
                <a:spcPts val="0"/>
              </a:spcAft>
              <a:buNone/>
            </a:pPr>
            <a:r>
              <a:rPr lang="en" sz="4900" b="1" dirty="0">
                <a:solidFill>
                  <a:srgbClr val="143264"/>
                </a:solidFill>
              </a:rPr>
              <a:t>Validation</a:t>
            </a:r>
            <a:endParaRPr sz="3600" b="1" dirty="0">
              <a:solidFill>
                <a:srgbClr val="143264"/>
              </a:solidFill>
            </a:endParaRPr>
          </a:p>
        </p:txBody>
      </p:sp>
      <p:sp>
        <p:nvSpPr>
          <p:cNvPr id="58" name="Google Shape;58;p13"/>
          <p:cNvSpPr txBox="1"/>
          <p:nvPr/>
        </p:nvSpPr>
        <p:spPr>
          <a:xfrm>
            <a:off x="1005174" y="12202716"/>
            <a:ext cx="13500000" cy="1026900"/>
          </a:xfrm>
          <a:prstGeom prst="rect">
            <a:avLst/>
          </a:prstGeom>
          <a:noFill/>
          <a:ln>
            <a:noFill/>
          </a:ln>
        </p:spPr>
        <p:txBody>
          <a:bodyPr spcFirstLastPara="1" wrap="square" lIns="101925" tIns="101925" rIns="101925" bIns="101925" anchor="t" anchorCtr="0">
            <a:noAutofit/>
          </a:bodyPr>
          <a:lstStyle/>
          <a:p>
            <a:pPr marL="0" lvl="0" indent="0" algn="l" rtl="0">
              <a:spcBef>
                <a:spcPts val="0"/>
              </a:spcBef>
              <a:spcAft>
                <a:spcPts val="0"/>
              </a:spcAft>
              <a:buClr>
                <a:schemeClr val="dk1"/>
              </a:buClr>
              <a:buSzPts val="1100"/>
              <a:buFont typeface="Arial"/>
              <a:buNone/>
            </a:pPr>
            <a:r>
              <a:rPr lang="en" sz="4900" b="1">
                <a:solidFill>
                  <a:srgbClr val="143264"/>
                </a:solidFill>
              </a:rPr>
              <a:t>Related works</a:t>
            </a:r>
            <a:endParaRPr sz="3600" b="1">
              <a:solidFill>
                <a:srgbClr val="143264"/>
              </a:solidFill>
            </a:endParaRPr>
          </a:p>
          <a:p>
            <a:pPr marL="0" lvl="0" indent="0" algn="l" rtl="0">
              <a:spcBef>
                <a:spcPts val="0"/>
              </a:spcBef>
              <a:spcAft>
                <a:spcPts val="0"/>
              </a:spcAft>
              <a:buNone/>
            </a:pPr>
            <a:endParaRPr sz="4900" b="1">
              <a:solidFill>
                <a:srgbClr val="143264"/>
              </a:solidFill>
            </a:endParaRPr>
          </a:p>
        </p:txBody>
      </p:sp>
      <p:sp>
        <p:nvSpPr>
          <p:cNvPr id="59" name="Google Shape;59;p13"/>
          <p:cNvSpPr txBox="1"/>
          <p:nvPr/>
        </p:nvSpPr>
        <p:spPr>
          <a:xfrm>
            <a:off x="720894" y="3074903"/>
            <a:ext cx="29349900" cy="870900"/>
          </a:xfrm>
          <a:prstGeom prst="rect">
            <a:avLst/>
          </a:prstGeom>
          <a:noFill/>
          <a:ln>
            <a:noFill/>
          </a:ln>
        </p:spPr>
        <p:txBody>
          <a:bodyPr spcFirstLastPara="1" wrap="square" lIns="101925" tIns="101925" rIns="101925" bIns="101925" anchor="t" anchorCtr="0">
            <a:noAutofit/>
          </a:bodyPr>
          <a:lstStyle/>
          <a:p>
            <a:pPr marL="0" lvl="0" indent="0" algn="ctr" rtl="0">
              <a:lnSpc>
                <a:spcPct val="115000"/>
              </a:lnSpc>
              <a:spcBef>
                <a:spcPts val="0"/>
              </a:spcBef>
              <a:spcAft>
                <a:spcPts val="0"/>
              </a:spcAft>
              <a:buNone/>
            </a:pPr>
            <a:r>
              <a:rPr lang="en" sz="4500" dirty="0">
                <a:solidFill>
                  <a:schemeClr val="dk1"/>
                </a:solidFill>
              </a:rPr>
              <a:t>Alex Dell’Orto, Christian Garzone, Dario Liuzzo</a:t>
            </a:r>
            <a:endParaRPr sz="4500" baseline="30000" dirty="0">
              <a:solidFill>
                <a:schemeClr val="dk1"/>
              </a:solidFill>
            </a:endParaRPr>
          </a:p>
        </p:txBody>
      </p:sp>
      <p:sp>
        <p:nvSpPr>
          <p:cNvPr id="60" name="Google Shape;60;p13"/>
          <p:cNvSpPr txBox="1"/>
          <p:nvPr/>
        </p:nvSpPr>
        <p:spPr>
          <a:xfrm>
            <a:off x="546546" y="3848504"/>
            <a:ext cx="29349900" cy="736500"/>
          </a:xfrm>
          <a:prstGeom prst="rect">
            <a:avLst/>
          </a:prstGeom>
          <a:noFill/>
          <a:ln>
            <a:noFill/>
          </a:ln>
        </p:spPr>
        <p:txBody>
          <a:bodyPr spcFirstLastPara="1" wrap="square" lIns="101925" tIns="101925" rIns="101925" bIns="101925" anchor="t" anchorCtr="0">
            <a:noAutofit/>
          </a:bodyPr>
          <a:lstStyle/>
          <a:p>
            <a:pPr marL="0" lvl="0" indent="0" algn="ctr" rtl="0">
              <a:lnSpc>
                <a:spcPct val="115000"/>
              </a:lnSpc>
              <a:spcBef>
                <a:spcPts val="0"/>
              </a:spcBef>
              <a:spcAft>
                <a:spcPts val="0"/>
              </a:spcAft>
              <a:buNone/>
            </a:pPr>
            <a:r>
              <a:rPr lang="en" sz="3600" dirty="0">
                <a:solidFill>
                  <a:schemeClr val="dk1"/>
                </a:solidFill>
              </a:rPr>
              <a:t>Group 31</a:t>
            </a:r>
            <a:endParaRPr sz="3600" dirty="0">
              <a:solidFill>
                <a:schemeClr val="dk1"/>
              </a:solidFill>
            </a:endParaRPr>
          </a:p>
        </p:txBody>
      </p:sp>
      <p:sp>
        <p:nvSpPr>
          <p:cNvPr id="61" name="Google Shape;61;p13"/>
          <p:cNvSpPr txBox="1"/>
          <p:nvPr/>
        </p:nvSpPr>
        <p:spPr>
          <a:xfrm>
            <a:off x="15194650" y="38258750"/>
            <a:ext cx="14263200" cy="3841800"/>
          </a:xfrm>
          <a:prstGeom prst="rect">
            <a:avLst/>
          </a:prstGeom>
          <a:noFill/>
          <a:ln>
            <a:noFill/>
          </a:ln>
        </p:spPr>
        <p:txBody>
          <a:bodyPr spcFirstLastPara="1" wrap="square" lIns="101925" tIns="101925" rIns="101925" bIns="101925" anchor="b" anchorCtr="0">
            <a:noAutofit/>
          </a:bodyPr>
          <a:lstStyle/>
          <a:p>
            <a:pPr marL="508000" lvl="0" indent="0" algn="l" rtl="0">
              <a:spcBef>
                <a:spcPts val="0"/>
              </a:spcBef>
              <a:spcAft>
                <a:spcPts val="0"/>
              </a:spcAft>
              <a:buNone/>
            </a:pPr>
            <a:r>
              <a:rPr lang="en" sz="3400" b="1" dirty="0">
                <a:solidFill>
                  <a:srgbClr val="143264"/>
                </a:solidFill>
              </a:rPr>
              <a:t>References</a:t>
            </a:r>
            <a:endParaRPr sz="3400" b="1" dirty="0">
              <a:solidFill>
                <a:srgbClr val="143264"/>
              </a:solidFill>
            </a:endParaRPr>
          </a:p>
          <a:p>
            <a:pPr marL="508000" lvl="0" indent="0" algn="l" rtl="0">
              <a:spcBef>
                <a:spcPts val="0"/>
              </a:spcBef>
              <a:spcAft>
                <a:spcPts val="0"/>
              </a:spcAft>
              <a:buNone/>
            </a:pPr>
            <a:r>
              <a:rPr lang="en" sz="2400" dirty="0">
                <a:solidFill>
                  <a:srgbClr val="143264"/>
                </a:solidFill>
              </a:rPr>
              <a:t>Add your </a:t>
            </a:r>
            <a:r>
              <a:rPr lang="en" sz="2400" b="1" dirty="0">
                <a:solidFill>
                  <a:srgbClr val="143264"/>
                </a:solidFill>
              </a:rPr>
              <a:t>three</a:t>
            </a:r>
            <a:r>
              <a:rPr lang="en" sz="2400" dirty="0">
                <a:solidFill>
                  <a:srgbClr val="143264"/>
                </a:solidFill>
              </a:rPr>
              <a:t> key references here. Use IEEE referencing style. For example, </a:t>
            </a:r>
            <a:endParaRPr sz="2400" dirty="0">
              <a:solidFill>
                <a:srgbClr val="143264"/>
              </a:solidFill>
            </a:endParaRPr>
          </a:p>
          <a:p>
            <a:pPr marL="508000" lvl="0" indent="0" algn="l" rtl="0">
              <a:spcBef>
                <a:spcPts val="0"/>
              </a:spcBef>
              <a:spcAft>
                <a:spcPts val="0"/>
              </a:spcAft>
              <a:buNone/>
            </a:pPr>
            <a:r>
              <a:rPr lang="en" sz="2400" dirty="0">
                <a:solidFill>
                  <a:srgbClr val="143264"/>
                </a:solidFill>
              </a:rPr>
              <a:t>[1] A. Vaswani, N. Shazeer, N. Parmar, J. Uszkoreit, L. Jones, A. N. Gomez, Ł. Kaiser, and I. Polosukhin, “Attention is all you need,” Advances in neural information processing systems, vol. 30, 2017.</a:t>
            </a:r>
            <a:endParaRPr sz="2400" dirty="0">
              <a:solidFill>
                <a:srgbClr val="143264"/>
              </a:solidFill>
            </a:endParaRPr>
          </a:p>
          <a:p>
            <a:pPr marL="508000" lvl="0" indent="0" algn="l" rtl="0">
              <a:spcBef>
                <a:spcPts val="0"/>
              </a:spcBef>
              <a:spcAft>
                <a:spcPts val="0"/>
              </a:spcAft>
              <a:buNone/>
            </a:pPr>
            <a:r>
              <a:rPr lang="en" sz="2400" dirty="0">
                <a:solidFill>
                  <a:srgbClr val="143264"/>
                </a:solidFill>
              </a:rPr>
              <a:t>[2]</a:t>
            </a:r>
            <a:endParaRPr sz="2400" dirty="0">
              <a:solidFill>
                <a:srgbClr val="143264"/>
              </a:solidFill>
            </a:endParaRPr>
          </a:p>
          <a:p>
            <a:pPr marL="508000" lvl="0" indent="0" algn="l" rtl="0">
              <a:spcBef>
                <a:spcPts val="0"/>
              </a:spcBef>
              <a:spcAft>
                <a:spcPts val="0"/>
              </a:spcAft>
              <a:buNone/>
            </a:pPr>
            <a:endParaRPr sz="2400" dirty="0">
              <a:solidFill>
                <a:srgbClr val="143264"/>
              </a:solidFill>
            </a:endParaRPr>
          </a:p>
          <a:p>
            <a:pPr marL="508000" lvl="0" indent="0" algn="l" rtl="0">
              <a:spcBef>
                <a:spcPts val="0"/>
              </a:spcBef>
              <a:spcAft>
                <a:spcPts val="0"/>
              </a:spcAft>
              <a:buNone/>
            </a:pPr>
            <a:r>
              <a:rPr lang="en" sz="2400" dirty="0">
                <a:solidFill>
                  <a:srgbClr val="143264"/>
                </a:solidFill>
              </a:rPr>
              <a:t>[3]</a:t>
            </a:r>
            <a:endParaRPr sz="2400" dirty="0">
              <a:solidFill>
                <a:srgbClr val="143264"/>
              </a:solidFill>
            </a:endParaRPr>
          </a:p>
          <a:p>
            <a:pPr marL="508000" lvl="0" indent="0" algn="l" rtl="0">
              <a:spcBef>
                <a:spcPts val="0"/>
              </a:spcBef>
              <a:spcAft>
                <a:spcPts val="0"/>
              </a:spcAft>
              <a:buNone/>
            </a:pPr>
            <a:endParaRPr sz="2400" dirty="0">
              <a:solidFill>
                <a:srgbClr val="143264"/>
              </a:solidFill>
            </a:endParaRPr>
          </a:p>
        </p:txBody>
      </p:sp>
      <p:sp>
        <p:nvSpPr>
          <p:cNvPr id="62" name="Google Shape;62;p13"/>
          <p:cNvSpPr/>
          <p:nvPr/>
        </p:nvSpPr>
        <p:spPr>
          <a:xfrm>
            <a:off x="15632986" y="31290250"/>
            <a:ext cx="13716567" cy="6535800"/>
          </a:xfrm>
          <a:prstGeom prst="rect">
            <a:avLst/>
          </a:prstGeom>
          <a:solidFill>
            <a:srgbClr val="EFEFEF"/>
          </a:solidFill>
          <a:ln w="38100" cap="flat" cmpd="sng">
            <a:solidFill>
              <a:srgbClr val="EFEFEF"/>
            </a:solidFill>
            <a:prstDash val="solid"/>
            <a:round/>
            <a:headEnd type="none" w="sm" len="sm"/>
            <a:tailEnd type="none" w="sm" len="sm"/>
          </a:ln>
        </p:spPr>
        <p:txBody>
          <a:bodyPr spcFirstLastPara="1" wrap="square" lIns="101925" tIns="101925" rIns="101925" bIns="101925" anchor="ctr" anchorCtr="0">
            <a:noAutofit/>
          </a:bodyPr>
          <a:lstStyle/>
          <a:p>
            <a:pPr marL="0" lvl="0" indent="0" algn="ctr" rtl="0">
              <a:spcBef>
                <a:spcPts val="0"/>
              </a:spcBef>
              <a:spcAft>
                <a:spcPts val="0"/>
              </a:spcAft>
              <a:buNone/>
            </a:pPr>
            <a:endParaRPr sz="1600"/>
          </a:p>
        </p:txBody>
      </p:sp>
      <p:sp>
        <p:nvSpPr>
          <p:cNvPr id="63" name="Google Shape;63;p13"/>
          <p:cNvSpPr txBox="1"/>
          <p:nvPr/>
        </p:nvSpPr>
        <p:spPr>
          <a:xfrm>
            <a:off x="15770224" y="31385503"/>
            <a:ext cx="13499996" cy="1191900"/>
          </a:xfrm>
          <a:prstGeom prst="rect">
            <a:avLst/>
          </a:prstGeom>
          <a:noFill/>
          <a:ln>
            <a:noFill/>
          </a:ln>
        </p:spPr>
        <p:txBody>
          <a:bodyPr spcFirstLastPara="1" wrap="square" lIns="101925" tIns="101925" rIns="101925" bIns="101925" anchor="t" anchorCtr="0">
            <a:noAutofit/>
          </a:bodyPr>
          <a:lstStyle/>
          <a:p>
            <a:pPr marL="0" lvl="0" indent="0" algn="l" rtl="0">
              <a:spcBef>
                <a:spcPts val="0"/>
              </a:spcBef>
              <a:spcAft>
                <a:spcPts val="0"/>
              </a:spcAft>
              <a:buNone/>
            </a:pPr>
            <a:r>
              <a:rPr lang="en" sz="4900" b="1" dirty="0">
                <a:solidFill>
                  <a:srgbClr val="143264"/>
                </a:solidFill>
              </a:rPr>
              <a:t>Conclusion</a:t>
            </a:r>
            <a:endParaRPr sz="3600" b="1" dirty="0">
              <a:solidFill>
                <a:srgbClr val="143264"/>
              </a:solidFill>
            </a:endParaRPr>
          </a:p>
        </p:txBody>
      </p:sp>
      <p:sp>
        <p:nvSpPr>
          <p:cNvPr id="64" name="Google Shape;64;p13"/>
          <p:cNvSpPr/>
          <p:nvPr/>
        </p:nvSpPr>
        <p:spPr>
          <a:xfrm>
            <a:off x="930050" y="4604975"/>
            <a:ext cx="13716600" cy="7129800"/>
          </a:xfrm>
          <a:prstGeom prst="rect">
            <a:avLst/>
          </a:prstGeom>
          <a:solidFill>
            <a:srgbClr val="EFEFEF"/>
          </a:solidFill>
          <a:ln w="38100" cap="flat" cmpd="sng">
            <a:solidFill>
              <a:srgbClr val="EFEFEF"/>
            </a:solidFill>
            <a:prstDash val="solid"/>
            <a:round/>
            <a:headEnd type="none" w="sm" len="sm"/>
            <a:tailEnd type="none" w="sm" len="sm"/>
          </a:ln>
        </p:spPr>
        <p:txBody>
          <a:bodyPr spcFirstLastPara="1" wrap="square" lIns="101925" tIns="101925" rIns="101925" bIns="101925" anchor="ctr" anchorCtr="0">
            <a:noAutofit/>
          </a:bodyPr>
          <a:lstStyle/>
          <a:p>
            <a:pPr marL="0" lvl="0" indent="0" algn="ctr" rtl="0">
              <a:spcBef>
                <a:spcPts val="0"/>
              </a:spcBef>
              <a:spcAft>
                <a:spcPts val="0"/>
              </a:spcAft>
              <a:buNone/>
            </a:pPr>
            <a:endParaRPr sz="1600"/>
          </a:p>
        </p:txBody>
      </p:sp>
      <p:sp>
        <p:nvSpPr>
          <p:cNvPr id="65" name="Google Shape;65;p13"/>
          <p:cNvSpPr txBox="1"/>
          <p:nvPr/>
        </p:nvSpPr>
        <p:spPr>
          <a:xfrm>
            <a:off x="1041949" y="4636024"/>
            <a:ext cx="13500000" cy="1026900"/>
          </a:xfrm>
          <a:prstGeom prst="rect">
            <a:avLst/>
          </a:prstGeom>
          <a:noFill/>
          <a:ln>
            <a:noFill/>
          </a:ln>
        </p:spPr>
        <p:txBody>
          <a:bodyPr spcFirstLastPara="1" wrap="square" lIns="101925" tIns="101925" rIns="101925" bIns="101925" anchor="t" anchorCtr="0">
            <a:noAutofit/>
          </a:bodyPr>
          <a:lstStyle/>
          <a:p>
            <a:pPr marL="0" lvl="0" indent="0" algn="l" rtl="0">
              <a:spcBef>
                <a:spcPts val="0"/>
              </a:spcBef>
              <a:spcAft>
                <a:spcPts val="0"/>
              </a:spcAft>
              <a:buNone/>
            </a:pPr>
            <a:r>
              <a:rPr lang="en" sz="4900" b="1">
                <a:solidFill>
                  <a:srgbClr val="143264"/>
                </a:solidFill>
              </a:rPr>
              <a:t>Problem definition</a:t>
            </a:r>
            <a:endParaRPr sz="3600" b="1">
              <a:solidFill>
                <a:srgbClr val="143264"/>
              </a:solidFill>
            </a:endParaRPr>
          </a:p>
        </p:txBody>
      </p:sp>
      <p:sp>
        <p:nvSpPr>
          <p:cNvPr id="66" name="Google Shape;66;p13"/>
          <p:cNvSpPr txBox="1"/>
          <p:nvPr/>
        </p:nvSpPr>
        <p:spPr>
          <a:xfrm>
            <a:off x="1041950" y="41109225"/>
            <a:ext cx="91485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43264"/>
                </a:solidFill>
              </a:rPr>
              <a:t>EE-559: Deep Learning, 2026</a:t>
            </a:r>
            <a:endParaRPr sz="4000">
              <a:solidFill>
                <a:srgbClr val="143264"/>
              </a:solidFill>
            </a:endParaRPr>
          </a:p>
        </p:txBody>
      </p:sp>
      <p:sp>
        <p:nvSpPr>
          <p:cNvPr id="67" name="Google Shape;67;p13"/>
          <p:cNvSpPr txBox="1"/>
          <p:nvPr/>
        </p:nvSpPr>
        <p:spPr>
          <a:xfrm>
            <a:off x="1005174" y="21499116"/>
            <a:ext cx="13500000" cy="1026900"/>
          </a:xfrm>
          <a:prstGeom prst="rect">
            <a:avLst/>
          </a:prstGeom>
          <a:noFill/>
          <a:ln>
            <a:noFill/>
          </a:ln>
        </p:spPr>
        <p:txBody>
          <a:bodyPr spcFirstLastPara="1" wrap="square" lIns="101925" tIns="101925" rIns="101925" bIns="101925" anchor="t" anchorCtr="0">
            <a:noAutofit/>
          </a:bodyPr>
          <a:lstStyle/>
          <a:p>
            <a:pPr marL="0" lvl="0" indent="0" algn="l" rtl="0">
              <a:spcBef>
                <a:spcPts val="0"/>
              </a:spcBef>
              <a:spcAft>
                <a:spcPts val="0"/>
              </a:spcAft>
              <a:buNone/>
            </a:pPr>
            <a:r>
              <a:rPr lang="en" sz="4900" b="1">
                <a:solidFill>
                  <a:srgbClr val="143264"/>
                </a:solidFill>
              </a:rPr>
              <a:t>Method</a:t>
            </a:r>
            <a:endParaRPr sz="3600" b="1">
              <a:solidFill>
                <a:srgbClr val="143264"/>
              </a:solidFill>
            </a:endParaRPr>
          </a:p>
        </p:txBody>
      </p:sp>
      <p:sp>
        <p:nvSpPr>
          <p:cNvPr id="68" name="Google Shape;68;p13"/>
          <p:cNvSpPr txBox="1"/>
          <p:nvPr/>
        </p:nvSpPr>
        <p:spPr>
          <a:xfrm>
            <a:off x="1041949" y="33758416"/>
            <a:ext cx="13500000" cy="1026900"/>
          </a:xfrm>
          <a:prstGeom prst="rect">
            <a:avLst/>
          </a:prstGeom>
          <a:noFill/>
          <a:ln>
            <a:noFill/>
          </a:ln>
        </p:spPr>
        <p:txBody>
          <a:bodyPr spcFirstLastPara="1" wrap="square" lIns="101925" tIns="101925" rIns="101925" bIns="101925" anchor="t" anchorCtr="0">
            <a:noAutofit/>
          </a:bodyPr>
          <a:lstStyle/>
          <a:p>
            <a:pPr marL="0" lvl="0" indent="0" algn="l" rtl="0">
              <a:spcBef>
                <a:spcPts val="0"/>
              </a:spcBef>
              <a:spcAft>
                <a:spcPts val="0"/>
              </a:spcAft>
              <a:buNone/>
            </a:pPr>
            <a:r>
              <a:rPr lang="en" sz="4900" b="1" dirty="0">
                <a:solidFill>
                  <a:srgbClr val="143264"/>
                </a:solidFill>
              </a:rPr>
              <a:t>Dataset(s)</a:t>
            </a:r>
            <a:endParaRPr sz="3600" b="1" dirty="0">
              <a:solidFill>
                <a:srgbClr val="143264"/>
              </a:solidFill>
            </a:endParaRPr>
          </a:p>
        </p:txBody>
      </p:sp>
      <p:sp>
        <p:nvSpPr>
          <p:cNvPr id="69" name="Google Shape;69;p13"/>
          <p:cNvSpPr txBox="1"/>
          <p:nvPr/>
        </p:nvSpPr>
        <p:spPr>
          <a:xfrm>
            <a:off x="15741274" y="24882121"/>
            <a:ext cx="13500000" cy="1036800"/>
          </a:xfrm>
          <a:prstGeom prst="rect">
            <a:avLst/>
          </a:prstGeom>
          <a:noFill/>
          <a:ln>
            <a:noFill/>
          </a:ln>
        </p:spPr>
        <p:txBody>
          <a:bodyPr spcFirstLastPara="1" wrap="square" lIns="101925" tIns="101925" rIns="101925" bIns="101925" anchor="t" anchorCtr="0">
            <a:noAutofit/>
          </a:bodyPr>
          <a:lstStyle/>
          <a:p>
            <a:pPr marL="0" lvl="0" indent="0" algn="l" rtl="0">
              <a:spcBef>
                <a:spcPts val="0"/>
              </a:spcBef>
              <a:spcAft>
                <a:spcPts val="0"/>
              </a:spcAft>
              <a:buNone/>
            </a:pPr>
            <a:r>
              <a:rPr lang="en" sz="4900" b="1">
                <a:solidFill>
                  <a:srgbClr val="143264"/>
                </a:solidFill>
              </a:rPr>
              <a:t>Limitations</a:t>
            </a:r>
            <a:endParaRPr sz="3600" b="1">
              <a:solidFill>
                <a:srgbClr val="143264"/>
              </a:solidFill>
            </a:endParaRPr>
          </a:p>
        </p:txBody>
      </p:sp>
      <p:pic>
        <p:nvPicPr>
          <p:cNvPr id="70" name="Google Shape;70;p13"/>
          <p:cNvPicPr preferRelativeResize="0"/>
          <p:nvPr/>
        </p:nvPicPr>
        <p:blipFill>
          <a:blip r:embed="rId3">
            <a:alphaModFix/>
          </a:blip>
          <a:stretch>
            <a:fillRect/>
          </a:stretch>
        </p:blipFill>
        <p:spPr>
          <a:xfrm>
            <a:off x="1005175" y="1092669"/>
            <a:ext cx="3562148" cy="953302"/>
          </a:xfrm>
          <a:prstGeom prst="rect">
            <a:avLst/>
          </a:prstGeom>
          <a:noFill/>
          <a:ln>
            <a:noFill/>
          </a:ln>
        </p:spPr>
      </p:pic>
      <p:sp>
        <p:nvSpPr>
          <p:cNvPr id="71" name="Google Shape;71;p13"/>
          <p:cNvSpPr txBox="1"/>
          <p:nvPr/>
        </p:nvSpPr>
        <p:spPr>
          <a:xfrm>
            <a:off x="1041950" y="5510525"/>
            <a:ext cx="13463400" cy="6224400"/>
          </a:xfrm>
          <a:prstGeom prst="rect">
            <a:avLst/>
          </a:prstGeom>
          <a:noFill/>
          <a:ln>
            <a:noFill/>
          </a:ln>
        </p:spPr>
        <p:txBody>
          <a:bodyPr spcFirstLastPara="1" wrap="square" lIns="91425" tIns="91425" rIns="91425" bIns="91425" anchor="t" anchorCtr="0">
            <a:noAutofit/>
          </a:bodyPr>
          <a:lstStyle/>
          <a:p>
            <a:pPr lvl="0">
              <a:buClr>
                <a:schemeClr val="dk2"/>
              </a:buClr>
              <a:buSzPts val="4000"/>
            </a:pPr>
            <a:r>
              <a:rPr lang="en-US" sz="4000" dirty="0"/>
              <a:t>Online memes often combine image and text to express harmful or offensive content in a highly contextual way. Instead of treating such memes as content to simply remove or censor, this project focuses on </a:t>
            </a:r>
            <a:r>
              <a:rPr lang="en-US" sz="4000" b="1" dirty="0"/>
              <a:t>text detoxification</a:t>
            </a:r>
            <a:r>
              <a:rPr lang="en-US" sz="4000" dirty="0"/>
              <a:t>: rewriting the meme text to reduce toxicity while preserving its main meaning, intent, and relation to the image. The goal is therefore not to erase the message entirely, but to produce a safer version that remains coherent with the original meme.</a:t>
            </a:r>
            <a:endParaRPr sz="4000" dirty="0">
              <a:solidFill>
                <a:schemeClr val="dk2"/>
              </a:solidFill>
            </a:endParaRPr>
          </a:p>
        </p:txBody>
      </p:sp>
      <p:sp>
        <p:nvSpPr>
          <p:cNvPr id="72" name="Google Shape;72;p13"/>
          <p:cNvSpPr txBox="1"/>
          <p:nvPr/>
        </p:nvSpPr>
        <p:spPr>
          <a:xfrm>
            <a:off x="1023475" y="13121525"/>
            <a:ext cx="13463400" cy="8227800"/>
          </a:xfrm>
          <a:prstGeom prst="rect">
            <a:avLst/>
          </a:prstGeom>
          <a:noFill/>
          <a:ln>
            <a:noFill/>
          </a:ln>
        </p:spPr>
        <p:txBody>
          <a:bodyPr spcFirstLastPara="1" wrap="square" lIns="91425" tIns="91425" rIns="91425" bIns="91425" anchor="t" anchorCtr="0">
            <a:noAutofit/>
          </a:bodyPr>
          <a:lstStyle/>
          <a:p>
            <a:pPr marL="457200" lvl="0" indent="-482600" algn="l" rtl="0">
              <a:spcBef>
                <a:spcPts val="0"/>
              </a:spcBef>
              <a:spcAft>
                <a:spcPts val="0"/>
              </a:spcAft>
              <a:buClr>
                <a:schemeClr val="dk2"/>
              </a:buClr>
              <a:buSzPts val="4000"/>
              <a:buChar char="●"/>
            </a:pPr>
            <a:r>
              <a:rPr lang="en" sz="4000">
                <a:solidFill>
                  <a:schemeClr val="dk2"/>
                </a:solidFill>
              </a:rPr>
              <a:t>Discuss your key references </a:t>
            </a:r>
            <a:endParaRPr sz="4000">
              <a:solidFill>
                <a:schemeClr val="dk2"/>
              </a:solidFill>
            </a:endParaRPr>
          </a:p>
        </p:txBody>
      </p:sp>
      <p:sp>
        <p:nvSpPr>
          <p:cNvPr id="73" name="Google Shape;73;p13"/>
          <p:cNvSpPr txBox="1"/>
          <p:nvPr/>
        </p:nvSpPr>
        <p:spPr>
          <a:xfrm>
            <a:off x="15759575" y="5662925"/>
            <a:ext cx="13463400" cy="18714600"/>
          </a:xfrm>
          <a:prstGeom prst="rect">
            <a:avLst/>
          </a:prstGeom>
          <a:noFill/>
          <a:ln>
            <a:noFill/>
          </a:ln>
        </p:spPr>
        <p:txBody>
          <a:bodyPr spcFirstLastPara="1" wrap="square" lIns="91425" tIns="91425" rIns="91425" bIns="91425" anchor="t" anchorCtr="0">
            <a:noAutofit/>
          </a:bodyPr>
          <a:lstStyle/>
          <a:p>
            <a:pPr lvl="0" algn="l" rtl="0">
              <a:spcBef>
                <a:spcPts val="0"/>
              </a:spcBef>
              <a:spcAft>
                <a:spcPts val="0"/>
              </a:spcAft>
              <a:buClr>
                <a:schemeClr val="dk2"/>
              </a:buClr>
              <a:buSzPts val="4000"/>
            </a:pPr>
            <a:endParaRPr lang="it-IT" sz="4000" dirty="0">
              <a:solidFill>
                <a:schemeClr val="dk2"/>
              </a:solidFill>
            </a:endParaRPr>
          </a:p>
          <a:p>
            <a:pPr lvl="0" algn="l" rtl="0">
              <a:spcBef>
                <a:spcPts val="0"/>
              </a:spcBef>
              <a:spcAft>
                <a:spcPts val="0"/>
              </a:spcAft>
              <a:buClr>
                <a:schemeClr val="dk2"/>
              </a:buClr>
              <a:buSzPts val="4000"/>
            </a:pPr>
            <a:endParaRPr lang="it-IT" sz="4000" dirty="0">
              <a:solidFill>
                <a:schemeClr val="dk2"/>
              </a:solidFill>
            </a:endParaRPr>
          </a:p>
          <a:p>
            <a:pPr lvl="0" algn="l" rtl="0">
              <a:spcBef>
                <a:spcPts val="0"/>
              </a:spcBef>
              <a:spcAft>
                <a:spcPts val="0"/>
              </a:spcAft>
              <a:buClr>
                <a:schemeClr val="dk2"/>
              </a:buClr>
              <a:buSzPts val="4000"/>
            </a:pPr>
            <a:endParaRPr lang="it-IT" sz="4000" dirty="0">
              <a:solidFill>
                <a:schemeClr val="dk2"/>
              </a:solidFill>
            </a:endParaRPr>
          </a:p>
          <a:p>
            <a:pPr lvl="0" algn="l" rtl="0">
              <a:spcBef>
                <a:spcPts val="0"/>
              </a:spcBef>
              <a:spcAft>
                <a:spcPts val="0"/>
              </a:spcAft>
              <a:buClr>
                <a:schemeClr val="dk2"/>
              </a:buClr>
              <a:buSzPts val="4000"/>
            </a:pPr>
            <a:endParaRPr lang="it-IT" sz="4000" dirty="0">
              <a:solidFill>
                <a:schemeClr val="dk2"/>
              </a:solidFill>
            </a:endParaRPr>
          </a:p>
          <a:p>
            <a:pPr lvl="0" algn="l" rtl="0">
              <a:spcBef>
                <a:spcPts val="0"/>
              </a:spcBef>
              <a:spcAft>
                <a:spcPts val="0"/>
              </a:spcAft>
              <a:buClr>
                <a:schemeClr val="dk2"/>
              </a:buClr>
              <a:buSzPts val="4000"/>
            </a:pPr>
            <a:endParaRPr lang="it-IT" sz="4000" dirty="0">
              <a:solidFill>
                <a:schemeClr val="dk2"/>
              </a:solidFill>
            </a:endParaRPr>
          </a:p>
          <a:p>
            <a:pPr lvl="0" algn="l" rtl="0">
              <a:spcBef>
                <a:spcPts val="0"/>
              </a:spcBef>
              <a:spcAft>
                <a:spcPts val="0"/>
              </a:spcAft>
              <a:buClr>
                <a:schemeClr val="dk2"/>
              </a:buClr>
              <a:buSzPts val="4000"/>
            </a:pPr>
            <a:endParaRPr lang="it-IT" sz="4000" dirty="0">
              <a:solidFill>
                <a:schemeClr val="dk2"/>
              </a:solidFill>
            </a:endParaRPr>
          </a:p>
          <a:p>
            <a:pPr lvl="0" algn="l" rtl="0">
              <a:spcBef>
                <a:spcPts val="0"/>
              </a:spcBef>
              <a:spcAft>
                <a:spcPts val="0"/>
              </a:spcAft>
              <a:buClr>
                <a:schemeClr val="dk2"/>
              </a:buClr>
              <a:buSzPts val="4000"/>
            </a:pPr>
            <a:endParaRPr lang="it-IT" sz="4000" dirty="0">
              <a:solidFill>
                <a:schemeClr val="dk2"/>
              </a:solidFill>
            </a:endParaRPr>
          </a:p>
          <a:p>
            <a:pPr lvl="0" algn="l" rtl="0">
              <a:spcBef>
                <a:spcPts val="0"/>
              </a:spcBef>
              <a:spcAft>
                <a:spcPts val="0"/>
              </a:spcAft>
              <a:buClr>
                <a:schemeClr val="dk2"/>
              </a:buClr>
              <a:buSzPts val="4000"/>
            </a:pPr>
            <a:endParaRPr lang="it-IT" sz="4000" dirty="0">
              <a:solidFill>
                <a:schemeClr val="dk2"/>
              </a:solidFill>
            </a:endParaRPr>
          </a:p>
          <a:p>
            <a:pPr lvl="0" algn="l" rtl="0">
              <a:spcBef>
                <a:spcPts val="0"/>
              </a:spcBef>
              <a:spcAft>
                <a:spcPts val="0"/>
              </a:spcAft>
              <a:buClr>
                <a:schemeClr val="dk2"/>
              </a:buClr>
              <a:buSzPts val="4000"/>
            </a:pPr>
            <a:endParaRPr lang="it-IT" sz="4000" dirty="0">
              <a:solidFill>
                <a:schemeClr val="dk2"/>
              </a:solidFill>
            </a:endParaRPr>
          </a:p>
          <a:p>
            <a:pPr lvl="0" algn="l" rtl="0">
              <a:spcBef>
                <a:spcPts val="0"/>
              </a:spcBef>
              <a:spcAft>
                <a:spcPts val="0"/>
              </a:spcAft>
              <a:buClr>
                <a:schemeClr val="dk2"/>
              </a:buClr>
              <a:buSzPts val="4000"/>
            </a:pPr>
            <a:endParaRPr lang="it-IT" sz="4000" dirty="0">
              <a:solidFill>
                <a:schemeClr val="dk2"/>
              </a:solidFill>
            </a:endParaRPr>
          </a:p>
          <a:p>
            <a:pPr lvl="0" algn="l" rtl="0">
              <a:spcBef>
                <a:spcPts val="0"/>
              </a:spcBef>
              <a:spcAft>
                <a:spcPts val="0"/>
              </a:spcAft>
              <a:buClr>
                <a:schemeClr val="dk2"/>
              </a:buClr>
              <a:buSzPts val="4000"/>
            </a:pPr>
            <a:r>
              <a:rPr lang="it-IT" sz="4000" dirty="0">
                <a:solidFill>
                  <a:schemeClr val="dk2"/>
                </a:solidFill>
              </a:rPr>
              <a:t> 				</a:t>
            </a:r>
            <a:endParaRPr sz="4000" dirty="0">
              <a:solidFill>
                <a:schemeClr val="dk2"/>
              </a:solidFill>
            </a:endParaRPr>
          </a:p>
        </p:txBody>
      </p:sp>
      <p:sp>
        <p:nvSpPr>
          <p:cNvPr id="74" name="Google Shape;74;p13"/>
          <p:cNvSpPr txBox="1"/>
          <p:nvPr/>
        </p:nvSpPr>
        <p:spPr>
          <a:xfrm>
            <a:off x="15759575" y="25766525"/>
            <a:ext cx="13463400" cy="4953900"/>
          </a:xfrm>
          <a:prstGeom prst="rect">
            <a:avLst/>
          </a:prstGeom>
          <a:noFill/>
          <a:ln>
            <a:noFill/>
          </a:ln>
        </p:spPr>
        <p:txBody>
          <a:bodyPr spcFirstLastPara="1" wrap="square" lIns="91425" tIns="91425" rIns="91425" bIns="91425" anchor="t" anchorCtr="0">
            <a:noAutofit/>
          </a:bodyPr>
          <a:lstStyle/>
          <a:p>
            <a:pPr marL="571500" lvl="0" indent="-571500" algn="l" rtl="0">
              <a:lnSpc>
                <a:spcPct val="150000"/>
              </a:lnSpc>
              <a:spcBef>
                <a:spcPts val="0"/>
              </a:spcBef>
              <a:spcAft>
                <a:spcPts val="0"/>
              </a:spcAft>
              <a:buClr>
                <a:schemeClr val="dk2"/>
              </a:buClr>
              <a:buSzPts val="4000"/>
              <a:buFont typeface="Wingdings" panose="05000000000000000000" pitchFamily="2" charset="2"/>
              <a:buChar char="q"/>
            </a:pPr>
            <a:r>
              <a:rPr lang="it-IT" sz="4000" dirty="0">
                <a:solidFill>
                  <a:schemeClr val="dk2"/>
                </a:solidFill>
              </a:rPr>
              <a:t>Dataset </a:t>
            </a:r>
            <a:r>
              <a:rPr lang="it-IT" sz="4000" dirty="0" err="1">
                <a:solidFill>
                  <a:schemeClr val="dk2"/>
                </a:solidFill>
              </a:rPr>
              <a:t>noise</a:t>
            </a:r>
            <a:r>
              <a:rPr lang="it-IT" sz="4000" dirty="0">
                <a:solidFill>
                  <a:schemeClr val="dk2"/>
                </a:solidFill>
              </a:rPr>
              <a:t> and </a:t>
            </a:r>
            <a:r>
              <a:rPr lang="it-IT" sz="4000" dirty="0" err="1">
                <a:solidFill>
                  <a:schemeClr val="dk2"/>
                </a:solidFill>
              </a:rPr>
              <a:t>hetereogenity</a:t>
            </a:r>
            <a:endParaRPr lang="it-IT" sz="4000" dirty="0">
              <a:solidFill>
                <a:schemeClr val="dk2"/>
              </a:solidFill>
            </a:endParaRPr>
          </a:p>
          <a:p>
            <a:pPr marL="571500" lvl="0" indent="-571500" algn="l" rtl="0">
              <a:lnSpc>
                <a:spcPct val="150000"/>
              </a:lnSpc>
              <a:spcBef>
                <a:spcPts val="0"/>
              </a:spcBef>
              <a:spcAft>
                <a:spcPts val="0"/>
              </a:spcAft>
              <a:buClr>
                <a:schemeClr val="dk2"/>
              </a:buClr>
              <a:buSzPts val="4000"/>
              <a:buFont typeface="Wingdings" panose="05000000000000000000" pitchFamily="2" charset="2"/>
              <a:buChar char="q"/>
            </a:pPr>
            <a:r>
              <a:rPr lang="it-IT" sz="4000" dirty="0">
                <a:solidFill>
                  <a:schemeClr val="dk2"/>
                </a:solidFill>
              </a:rPr>
              <a:t>Pseudo-label </a:t>
            </a:r>
            <a:r>
              <a:rPr lang="it-IT" sz="4000" dirty="0" err="1">
                <a:solidFill>
                  <a:schemeClr val="dk2"/>
                </a:solidFill>
              </a:rPr>
              <a:t>dependence</a:t>
            </a:r>
            <a:endParaRPr lang="it-IT" sz="4000" dirty="0">
              <a:solidFill>
                <a:schemeClr val="dk2"/>
              </a:solidFill>
            </a:endParaRPr>
          </a:p>
          <a:p>
            <a:pPr marL="571500" lvl="0" indent="-571500" algn="l" rtl="0">
              <a:lnSpc>
                <a:spcPct val="150000"/>
              </a:lnSpc>
              <a:spcBef>
                <a:spcPts val="0"/>
              </a:spcBef>
              <a:spcAft>
                <a:spcPts val="0"/>
              </a:spcAft>
              <a:buClr>
                <a:schemeClr val="dk2"/>
              </a:buClr>
              <a:buSzPts val="4000"/>
              <a:buFont typeface="Wingdings" panose="05000000000000000000" pitchFamily="2" charset="2"/>
              <a:buChar char="q"/>
            </a:pPr>
            <a:r>
              <a:rPr lang="it-IT" sz="4000" dirty="0">
                <a:solidFill>
                  <a:schemeClr val="dk2"/>
                </a:solidFill>
              </a:rPr>
              <a:t>Limited visual grounding </a:t>
            </a:r>
            <a:r>
              <a:rPr lang="it-IT" sz="4000" dirty="0" err="1">
                <a:solidFill>
                  <a:schemeClr val="dk2"/>
                </a:solidFill>
              </a:rPr>
              <a:t>at</a:t>
            </a:r>
            <a:r>
              <a:rPr lang="it-IT" sz="4000" dirty="0">
                <a:solidFill>
                  <a:schemeClr val="dk2"/>
                </a:solidFill>
              </a:rPr>
              <a:t> </a:t>
            </a:r>
            <a:r>
              <a:rPr lang="it-IT" sz="4000" dirty="0" err="1">
                <a:solidFill>
                  <a:schemeClr val="dk2"/>
                </a:solidFill>
              </a:rPr>
              <a:t>inference</a:t>
            </a:r>
            <a:endParaRPr lang="it-IT" sz="4000" dirty="0">
              <a:solidFill>
                <a:schemeClr val="dk2"/>
              </a:solidFill>
            </a:endParaRPr>
          </a:p>
          <a:p>
            <a:pPr marL="571500" lvl="0" indent="-571500" algn="l" rtl="0">
              <a:lnSpc>
                <a:spcPct val="150000"/>
              </a:lnSpc>
              <a:spcBef>
                <a:spcPts val="0"/>
              </a:spcBef>
              <a:spcAft>
                <a:spcPts val="0"/>
              </a:spcAft>
              <a:buClr>
                <a:schemeClr val="dk2"/>
              </a:buClr>
              <a:buSzPts val="4000"/>
              <a:buFont typeface="Wingdings" panose="05000000000000000000" pitchFamily="2" charset="2"/>
              <a:buChar char="q"/>
            </a:pPr>
            <a:r>
              <a:rPr lang="it-IT" sz="4000" dirty="0" err="1">
                <a:solidFill>
                  <a:schemeClr val="dk2"/>
                </a:solidFill>
              </a:rPr>
              <a:t>Partially</a:t>
            </a:r>
            <a:r>
              <a:rPr lang="it-IT" sz="4000" dirty="0">
                <a:solidFill>
                  <a:schemeClr val="dk2"/>
                </a:solidFill>
              </a:rPr>
              <a:t> </a:t>
            </a:r>
            <a:r>
              <a:rPr lang="it-IT" sz="4000" dirty="0" err="1">
                <a:solidFill>
                  <a:schemeClr val="dk2"/>
                </a:solidFill>
              </a:rPr>
              <a:t>multimodal</a:t>
            </a:r>
            <a:r>
              <a:rPr lang="it-IT" sz="4000" dirty="0">
                <a:solidFill>
                  <a:schemeClr val="dk2"/>
                </a:solidFill>
              </a:rPr>
              <a:t> </a:t>
            </a:r>
            <a:r>
              <a:rPr lang="it-IT" sz="4000" dirty="0" err="1">
                <a:solidFill>
                  <a:schemeClr val="dk2"/>
                </a:solidFill>
              </a:rPr>
              <a:t>evaluation</a:t>
            </a:r>
            <a:endParaRPr lang="it-IT" sz="4000" dirty="0">
              <a:solidFill>
                <a:schemeClr val="dk2"/>
              </a:solidFill>
            </a:endParaRPr>
          </a:p>
          <a:p>
            <a:pPr marL="571500" lvl="0" indent="-571500" algn="l" rtl="0">
              <a:lnSpc>
                <a:spcPct val="150000"/>
              </a:lnSpc>
              <a:spcBef>
                <a:spcPts val="0"/>
              </a:spcBef>
              <a:spcAft>
                <a:spcPts val="0"/>
              </a:spcAft>
              <a:buClr>
                <a:schemeClr val="dk2"/>
              </a:buClr>
              <a:buSzPts val="4000"/>
              <a:buFont typeface="Wingdings" panose="05000000000000000000" pitchFamily="2" charset="2"/>
              <a:buChar char="q"/>
            </a:pPr>
            <a:r>
              <a:rPr lang="it-IT" sz="4000" dirty="0" err="1">
                <a:solidFill>
                  <a:schemeClr val="dk2"/>
                </a:solidFill>
              </a:rPr>
              <a:t>Unbalanced</a:t>
            </a:r>
            <a:r>
              <a:rPr lang="it-IT" sz="4000" dirty="0">
                <a:solidFill>
                  <a:schemeClr val="dk2"/>
                </a:solidFill>
              </a:rPr>
              <a:t> </a:t>
            </a:r>
            <a:r>
              <a:rPr lang="it-IT" sz="4000" dirty="0" err="1">
                <a:solidFill>
                  <a:schemeClr val="dk2"/>
                </a:solidFill>
              </a:rPr>
              <a:t>toxicity-similarity</a:t>
            </a:r>
            <a:r>
              <a:rPr lang="it-IT" sz="4000" dirty="0">
                <a:solidFill>
                  <a:schemeClr val="dk2"/>
                </a:solidFill>
              </a:rPr>
              <a:t> trade-off in proxy model</a:t>
            </a:r>
            <a:endParaRPr sz="4000" dirty="0">
              <a:solidFill>
                <a:schemeClr val="dk2"/>
              </a:solidFill>
            </a:endParaRPr>
          </a:p>
        </p:txBody>
      </p:sp>
      <p:sp>
        <p:nvSpPr>
          <p:cNvPr id="75" name="Google Shape;75;p13"/>
          <p:cNvSpPr txBox="1"/>
          <p:nvPr/>
        </p:nvSpPr>
        <p:spPr>
          <a:xfrm>
            <a:off x="15770224" y="32115047"/>
            <a:ext cx="13409900" cy="6199925"/>
          </a:xfrm>
          <a:prstGeom prst="rect">
            <a:avLst/>
          </a:prstGeom>
          <a:noFill/>
          <a:ln>
            <a:noFill/>
          </a:ln>
        </p:spPr>
        <p:txBody>
          <a:bodyPr spcFirstLastPara="1" wrap="square" lIns="91425" tIns="91425" rIns="91425" bIns="91425" anchor="t" anchorCtr="0">
            <a:noAutofit/>
          </a:bodyPr>
          <a:lstStyle/>
          <a:p>
            <a:pPr lvl="0">
              <a:buClr>
                <a:schemeClr val="dk2"/>
              </a:buClr>
              <a:buSzPts val="4000"/>
            </a:pPr>
            <a:r>
              <a:rPr lang="en-US" sz="3850" dirty="0"/>
              <a:t>This project shows that meme text detoxification can be framed as a rewriting task rather than simple content removal. By distilling multimodal supervision from </a:t>
            </a:r>
            <a:r>
              <a:rPr lang="en-US" sz="3850" dirty="0" err="1"/>
              <a:t>LLaVA</a:t>
            </a:r>
            <a:r>
              <a:rPr lang="en-US" sz="3850" dirty="0"/>
              <a:t>-Next into a smaller BART-large student, the system achieves strong toxicity reduction while keeping the rewritten text reasonably aligned with the original meme. Future work should improve dataset quality, strengthen direct multimodal grounding at inference time, and refine the proxy model to better balance detoxification with semantic preservation</a:t>
            </a:r>
            <a:r>
              <a:rPr lang="en-US" sz="3800" dirty="0"/>
              <a:t>.</a:t>
            </a:r>
            <a:endParaRPr sz="3800" dirty="0">
              <a:solidFill>
                <a:schemeClr val="dk2"/>
              </a:solidFill>
            </a:endParaRPr>
          </a:p>
        </p:txBody>
      </p:sp>
      <p:pic>
        <p:nvPicPr>
          <p:cNvPr id="82" name="Google Shape;82;p13"/>
          <p:cNvPicPr preferRelativeResize="0"/>
          <p:nvPr/>
        </p:nvPicPr>
        <p:blipFill>
          <a:blip r:embed="rId4">
            <a:alphaModFix/>
          </a:blip>
          <a:stretch>
            <a:fillRect/>
          </a:stretch>
        </p:blipFill>
        <p:spPr>
          <a:xfrm>
            <a:off x="26189775" y="1129790"/>
            <a:ext cx="3033211" cy="1273200"/>
          </a:xfrm>
          <a:prstGeom prst="rect">
            <a:avLst/>
          </a:prstGeom>
          <a:noFill/>
          <a:ln>
            <a:noFill/>
          </a:ln>
        </p:spPr>
      </p:pic>
      <p:pic>
        <p:nvPicPr>
          <p:cNvPr id="8" name="Immagine 7">
            <a:extLst>
              <a:ext uri="{FF2B5EF4-FFF2-40B4-BE49-F238E27FC236}">
                <a16:creationId xmlns:a16="http://schemas.microsoft.com/office/drawing/2014/main" id="{2C37EFF1-C2E2-916F-61AA-71E880926631}"/>
              </a:ext>
            </a:extLst>
          </p:cNvPr>
          <p:cNvPicPr>
            <a:picLocks noChangeAspect="1"/>
          </p:cNvPicPr>
          <p:nvPr/>
        </p:nvPicPr>
        <p:blipFill>
          <a:blip r:embed="rId5"/>
          <a:stretch>
            <a:fillRect/>
          </a:stretch>
        </p:blipFill>
        <p:spPr>
          <a:xfrm>
            <a:off x="706627" y="22584623"/>
            <a:ext cx="14689217" cy="10787807"/>
          </a:xfrm>
          <a:prstGeom prst="rect">
            <a:avLst/>
          </a:prstGeom>
        </p:spPr>
      </p:pic>
      <p:sp>
        <p:nvSpPr>
          <p:cNvPr id="10" name="CasellaDiTesto 9">
            <a:extLst>
              <a:ext uri="{FF2B5EF4-FFF2-40B4-BE49-F238E27FC236}">
                <a16:creationId xmlns:a16="http://schemas.microsoft.com/office/drawing/2014/main" id="{1F336441-658D-770A-5E11-B0EF3A97494B}"/>
              </a:ext>
            </a:extLst>
          </p:cNvPr>
          <p:cNvSpPr txBox="1"/>
          <p:nvPr/>
        </p:nvSpPr>
        <p:spPr>
          <a:xfrm>
            <a:off x="925660" y="34231658"/>
            <a:ext cx="22848740" cy="6924973"/>
          </a:xfrm>
          <a:prstGeom prst="rect">
            <a:avLst/>
          </a:prstGeom>
          <a:noFill/>
        </p:spPr>
        <p:txBody>
          <a:bodyPr wrap="square" rtlCol="0">
            <a:spAutoFit/>
          </a:bodyPr>
          <a:lstStyle/>
          <a:p>
            <a:pPr marL="571500" indent="-571500">
              <a:buClr>
                <a:schemeClr val="accent1">
                  <a:lumMod val="50000"/>
                </a:schemeClr>
              </a:buClr>
              <a:buFont typeface="Wingdings" panose="05000000000000000000" pitchFamily="2" charset="2"/>
              <a:buChar char="q"/>
            </a:pPr>
            <a:endParaRPr lang="it-IT" sz="4000" dirty="0"/>
          </a:p>
          <a:p>
            <a:pPr marL="571500" indent="-571500">
              <a:buClr>
                <a:schemeClr val="accent1">
                  <a:lumMod val="50000"/>
                </a:schemeClr>
              </a:buClr>
              <a:buFont typeface="Wingdings" panose="05000000000000000000" pitchFamily="2" charset="2"/>
              <a:buChar char="q"/>
            </a:pPr>
            <a:r>
              <a:rPr lang="it-IT" sz="4000" b="1" dirty="0" err="1"/>
              <a:t>HarMeme</a:t>
            </a:r>
            <a:endParaRPr lang="it-IT" sz="4000" b="1" dirty="0"/>
          </a:p>
          <a:p>
            <a:pPr>
              <a:buClr>
                <a:schemeClr val="accent1">
                  <a:lumMod val="50000"/>
                </a:schemeClr>
              </a:buClr>
            </a:pPr>
            <a:r>
              <a:rPr lang="it-IT" sz="4000" dirty="0"/>
              <a:t>    </a:t>
            </a:r>
            <a:r>
              <a:rPr lang="it-IT" sz="4000" dirty="0" err="1"/>
              <a:t>Curated</a:t>
            </a:r>
            <a:r>
              <a:rPr lang="it-IT" sz="4000" dirty="0"/>
              <a:t> COVID-19 </a:t>
            </a:r>
            <a:r>
              <a:rPr lang="it-IT" sz="4000" dirty="0" err="1"/>
              <a:t>hateful</a:t>
            </a:r>
            <a:r>
              <a:rPr lang="it-IT" sz="4000" dirty="0"/>
              <a:t> </a:t>
            </a:r>
            <a:r>
              <a:rPr lang="it-IT" sz="4000" dirty="0" err="1"/>
              <a:t>memes</a:t>
            </a:r>
            <a:r>
              <a:rPr lang="it-IT" sz="4000" dirty="0"/>
              <a:t>.</a:t>
            </a:r>
          </a:p>
          <a:p>
            <a:pPr marL="571500" indent="-571500">
              <a:buClr>
                <a:schemeClr val="accent1">
                  <a:lumMod val="50000"/>
                </a:schemeClr>
              </a:buClr>
              <a:buFont typeface="Wingdings" panose="05000000000000000000" pitchFamily="2" charset="2"/>
              <a:buChar char="q"/>
            </a:pPr>
            <a:endParaRPr lang="it-IT" sz="4000" dirty="0"/>
          </a:p>
          <a:p>
            <a:pPr marL="571500" indent="-571500">
              <a:buClr>
                <a:schemeClr val="accent1">
                  <a:lumMod val="50000"/>
                </a:schemeClr>
              </a:buClr>
              <a:buFont typeface="Wingdings" panose="05000000000000000000" pitchFamily="2" charset="2"/>
              <a:buChar char="q"/>
            </a:pPr>
            <a:r>
              <a:rPr lang="it-IT" sz="4000" b="1" dirty="0"/>
              <a:t>MAMI </a:t>
            </a:r>
          </a:p>
          <a:p>
            <a:pPr>
              <a:buClr>
                <a:schemeClr val="accent1">
                  <a:lumMod val="50000"/>
                </a:schemeClr>
              </a:buClr>
            </a:pPr>
            <a:r>
              <a:rPr lang="it-IT" sz="4000" dirty="0"/>
              <a:t>    </a:t>
            </a:r>
            <a:r>
              <a:rPr lang="it-IT" sz="4000" dirty="0" err="1"/>
              <a:t>Misogynous</a:t>
            </a:r>
            <a:r>
              <a:rPr lang="it-IT" sz="4000" dirty="0"/>
              <a:t> </a:t>
            </a:r>
            <a:r>
              <a:rPr lang="it-IT" sz="4000" dirty="0" err="1"/>
              <a:t>memes</a:t>
            </a:r>
            <a:r>
              <a:rPr lang="it-IT" sz="4000" dirty="0"/>
              <a:t> with image–text interactions.</a:t>
            </a:r>
          </a:p>
          <a:p>
            <a:pPr marL="571500" indent="-571500">
              <a:buClr>
                <a:schemeClr val="accent1">
                  <a:lumMod val="50000"/>
                </a:schemeClr>
              </a:buClr>
              <a:buFont typeface="Wingdings" panose="05000000000000000000" pitchFamily="2" charset="2"/>
              <a:buChar char="q"/>
            </a:pPr>
            <a:endParaRPr lang="it-IT" sz="4000" dirty="0"/>
          </a:p>
          <a:p>
            <a:pPr marL="571500" indent="-571500">
              <a:buClr>
                <a:schemeClr val="accent1">
                  <a:lumMod val="50000"/>
                </a:schemeClr>
              </a:buClr>
              <a:buFont typeface="Wingdings" panose="05000000000000000000" pitchFamily="2" charset="2"/>
              <a:buChar char="q"/>
            </a:pPr>
            <a:r>
              <a:rPr lang="it-IT" sz="4000" b="1" dirty="0"/>
              <a:t>MMHS150K</a:t>
            </a:r>
          </a:p>
          <a:p>
            <a:pPr>
              <a:buClr>
                <a:schemeClr val="accent1">
                  <a:lumMod val="50000"/>
                </a:schemeClr>
              </a:buClr>
            </a:pPr>
            <a:r>
              <a:rPr lang="it-IT" sz="4000" dirty="0"/>
              <a:t>    Large-scale Twitter hate-speech images, </a:t>
            </a:r>
          </a:p>
          <a:p>
            <a:pPr>
              <a:buClr>
                <a:schemeClr val="accent1">
                  <a:lumMod val="50000"/>
                </a:schemeClr>
              </a:buClr>
            </a:pPr>
            <a:r>
              <a:rPr lang="it-IT" sz="4000" dirty="0"/>
              <a:t>    </a:t>
            </a:r>
            <a:r>
              <a:rPr lang="it-IT" sz="4000" dirty="0" err="1"/>
              <a:t>filtered</a:t>
            </a:r>
            <a:r>
              <a:rPr lang="it-IT" sz="4000" dirty="0"/>
              <a:t> to </a:t>
            </a:r>
            <a:r>
              <a:rPr lang="it-IT" sz="4000" dirty="0" err="1"/>
              <a:t>retain</a:t>
            </a:r>
            <a:r>
              <a:rPr lang="it-IT" sz="4000" dirty="0"/>
              <a:t> meme-like samples</a:t>
            </a:r>
            <a:r>
              <a:rPr lang="it-IT" sz="3200" dirty="0"/>
              <a:t>.</a:t>
            </a:r>
          </a:p>
          <a:p>
            <a:endParaRPr lang="it-IT" sz="4400" dirty="0"/>
          </a:p>
        </p:txBody>
      </p:sp>
      <p:pic>
        <p:nvPicPr>
          <p:cNvPr id="12" name="Immagine 11">
            <a:extLst>
              <a:ext uri="{FF2B5EF4-FFF2-40B4-BE49-F238E27FC236}">
                <a16:creationId xmlns:a16="http://schemas.microsoft.com/office/drawing/2014/main" id="{82FD9730-FE95-F7E4-907E-6E56042C39AC}"/>
              </a:ext>
            </a:extLst>
          </p:cNvPr>
          <p:cNvPicPr>
            <a:picLocks noChangeAspect="1"/>
          </p:cNvPicPr>
          <p:nvPr/>
        </p:nvPicPr>
        <p:blipFill>
          <a:blip r:embed="rId6"/>
          <a:srcRect r="2875"/>
          <a:stretch>
            <a:fillRect/>
          </a:stretch>
        </p:blipFill>
        <p:spPr>
          <a:xfrm>
            <a:off x="15153794" y="5662924"/>
            <a:ext cx="14674950" cy="6259565"/>
          </a:xfrm>
          <a:prstGeom prst="rect">
            <a:avLst/>
          </a:prstGeom>
        </p:spPr>
      </p:pic>
      <p:pic>
        <p:nvPicPr>
          <p:cNvPr id="14" name="Immagine 13">
            <a:extLst>
              <a:ext uri="{FF2B5EF4-FFF2-40B4-BE49-F238E27FC236}">
                <a16:creationId xmlns:a16="http://schemas.microsoft.com/office/drawing/2014/main" id="{AEFDE328-A35C-7F6D-9CF1-6485FC1F69E4}"/>
              </a:ext>
            </a:extLst>
          </p:cNvPr>
          <p:cNvPicPr>
            <a:picLocks noChangeAspect="1"/>
          </p:cNvPicPr>
          <p:nvPr/>
        </p:nvPicPr>
        <p:blipFill>
          <a:blip r:embed="rId7"/>
          <a:stretch>
            <a:fillRect/>
          </a:stretch>
        </p:blipFill>
        <p:spPr>
          <a:xfrm>
            <a:off x="15110955" y="11757997"/>
            <a:ext cx="15164258" cy="5617996"/>
          </a:xfrm>
          <a:prstGeom prst="rect">
            <a:avLst/>
          </a:prstGeom>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391</TotalTime>
  <Words>340</Words>
  <Application>Microsoft Office PowerPoint</Application>
  <PresentationFormat>Personalizzato</PresentationFormat>
  <Paragraphs>47</Paragraphs>
  <Slides>1</Slides>
  <Notes>1</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1</vt:i4>
      </vt:variant>
    </vt:vector>
  </HeadingPairs>
  <TitlesOfParts>
    <vt:vector size="4" baseType="lpstr">
      <vt:lpstr>Arial</vt:lpstr>
      <vt:lpstr>Wingdings</vt:lpstr>
      <vt:lpstr>Simple Light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dello</dc:creator>
  <cp:lastModifiedBy>Alex Dell'Orto</cp:lastModifiedBy>
  <cp:revision>3</cp:revision>
  <dcterms:modified xsi:type="dcterms:W3CDTF">2026-05-16T15:23:24Z</dcterms:modified>
</cp:coreProperties>
</file>